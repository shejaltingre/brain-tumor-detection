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4"/>
  </p:sldMasterIdLst>
  <p:notesMasterIdLst>
    <p:notesMasterId r:id="rId15"/>
  </p:notesMasterIdLst>
  <p:handoutMasterIdLst>
    <p:handoutMasterId r:id="rId16"/>
  </p:handoutMasterIdLst>
  <p:sldIdLst>
    <p:sldId id="285" r:id="rId5"/>
    <p:sldId id="283" r:id="rId6"/>
    <p:sldId id="282" r:id="rId7"/>
    <p:sldId id="284" r:id="rId8"/>
    <p:sldId id="293" r:id="rId9"/>
    <p:sldId id="296" r:id="rId10"/>
    <p:sldId id="294" r:id="rId11"/>
    <p:sldId id="295" r:id="rId12"/>
    <p:sldId id="286" r:id="rId13"/>
    <p:sldId id="29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p:cViewPr varScale="1">
        <p:scale>
          <a:sx n="62" d="100"/>
          <a:sy n="62" d="100"/>
        </p:scale>
        <p:origin x="828" y="44"/>
      </p:cViewPr>
      <p:guideLst>
        <p:guide pos="3840"/>
        <p:guide orient="horz" pos="2160"/>
      </p:guideLst>
    </p:cSldViewPr>
  </p:slideViewPr>
  <p:outlineViewPr>
    <p:cViewPr>
      <p:scale>
        <a:sx n="33" d="100"/>
        <a:sy n="33" d="100"/>
      </p:scale>
      <p:origin x="0" y="-4320"/>
    </p:cViewPr>
  </p:outlineViewPr>
  <p:notesTextViewPr>
    <p:cViewPr>
      <p:scale>
        <a:sx n="1" d="1"/>
        <a:sy n="1" d="1"/>
      </p:scale>
      <p:origin x="0" y="0"/>
    </p:cViewPr>
  </p:notesTextViewPr>
  <p:sorterViewPr>
    <p:cViewPr>
      <p:scale>
        <a:sx n="100" d="100"/>
        <a:sy n="100" d="100"/>
      </p:scale>
      <p:origin x="0" y="-1757"/>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5F4DCF1-ECAF-F7A7-2FE7-5E8E893BC4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C1330B0-5BAC-7408-8C3C-78D8336840E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7BC71B-6527-4638-937B-C93EB849CB02}" type="datetimeFigureOut">
              <a:rPr lang="en-US" smtClean="0"/>
              <a:t>7/29/2024</a:t>
            </a:fld>
            <a:endParaRPr lang="en-US" dirty="0"/>
          </a:p>
        </p:txBody>
      </p:sp>
      <p:sp>
        <p:nvSpPr>
          <p:cNvPr id="4" name="Footer Placeholder 3">
            <a:extLst>
              <a:ext uri="{FF2B5EF4-FFF2-40B4-BE49-F238E27FC236}">
                <a16:creationId xmlns:a16="http://schemas.microsoft.com/office/drawing/2014/main" id="{F0D7EEB3-E0A5-7440-F7ED-F59975ED1E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F548D11-7466-6432-3BF5-64A1A1FA59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A70580-B89C-4157-871D-6B9318EE5F58}" type="slidenum">
              <a:rPr lang="en-US" smtClean="0"/>
              <a:t>‹#›</a:t>
            </a:fld>
            <a:endParaRPr lang="en-US" dirty="0"/>
          </a:p>
        </p:txBody>
      </p:sp>
    </p:spTree>
    <p:extLst>
      <p:ext uri="{BB962C8B-B14F-4D97-AF65-F5344CB8AC3E}">
        <p14:creationId xmlns:p14="http://schemas.microsoft.com/office/powerpoint/2010/main" val="2943157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5465A2-8C9C-419F-9FD8-234480873777}" type="datetimeFigureOut">
              <a:rPr lang="en-US" smtClean="0"/>
              <a:t>7/29/2024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AF00E9-A49D-4007-B3B9-A3783809E505}" type="slidenum">
              <a:rPr lang="en-US" smtClean="0"/>
              <a:t>‹#›</a:t>
            </a:fld>
            <a:endParaRPr lang="en-US" dirty="0"/>
          </a:p>
        </p:txBody>
      </p:sp>
    </p:spTree>
    <p:extLst>
      <p:ext uri="{BB962C8B-B14F-4D97-AF65-F5344CB8AC3E}">
        <p14:creationId xmlns:p14="http://schemas.microsoft.com/office/powerpoint/2010/main" val="220969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a:t>
            </a:fld>
            <a:endParaRPr lang="en-US" dirty="0"/>
          </a:p>
        </p:txBody>
      </p:sp>
    </p:spTree>
    <p:extLst>
      <p:ext uri="{BB962C8B-B14F-4D97-AF65-F5344CB8AC3E}">
        <p14:creationId xmlns:p14="http://schemas.microsoft.com/office/powerpoint/2010/main" val="433056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2</a:t>
            </a:fld>
            <a:endParaRPr lang="en-US" dirty="0"/>
          </a:p>
        </p:txBody>
      </p:sp>
    </p:spTree>
    <p:extLst>
      <p:ext uri="{BB962C8B-B14F-4D97-AF65-F5344CB8AC3E}">
        <p14:creationId xmlns:p14="http://schemas.microsoft.com/office/powerpoint/2010/main" val="2231635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3</a:t>
            </a:fld>
            <a:endParaRPr lang="en-US" dirty="0"/>
          </a:p>
        </p:txBody>
      </p:sp>
    </p:spTree>
    <p:extLst>
      <p:ext uri="{BB962C8B-B14F-4D97-AF65-F5344CB8AC3E}">
        <p14:creationId xmlns:p14="http://schemas.microsoft.com/office/powerpoint/2010/main" val="560649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4</a:t>
            </a:fld>
            <a:endParaRPr lang="en-US" dirty="0"/>
          </a:p>
        </p:txBody>
      </p:sp>
    </p:spTree>
    <p:extLst>
      <p:ext uri="{BB962C8B-B14F-4D97-AF65-F5344CB8AC3E}">
        <p14:creationId xmlns:p14="http://schemas.microsoft.com/office/powerpoint/2010/main" val="386789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5</a:t>
            </a:fld>
            <a:endParaRPr lang="en-US" dirty="0"/>
          </a:p>
        </p:txBody>
      </p:sp>
    </p:spTree>
    <p:extLst>
      <p:ext uri="{BB962C8B-B14F-4D97-AF65-F5344CB8AC3E}">
        <p14:creationId xmlns:p14="http://schemas.microsoft.com/office/powerpoint/2010/main" val="10182027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7</a:t>
            </a:fld>
            <a:endParaRPr lang="en-US" dirty="0"/>
          </a:p>
        </p:txBody>
      </p:sp>
    </p:spTree>
    <p:extLst>
      <p:ext uri="{BB962C8B-B14F-4D97-AF65-F5344CB8AC3E}">
        <p14:creationId xmlns:p14="http://schemas.microsoft.com/office/powerpoint/2010/main" val="3381779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8</a:t>
            </a:fld>
            <a:endParaRPr lang="en-US" dirty="0"/>
          </a:p>
        </p:txBody>
      </p:sp>
    </p:spTree>
    <p:extLst>
      <p:ext uri="{BB962C8B-B14F-4D97-AF65-F5344CB8AC3E}">
        <p14:creationId xmlns:p14="http://schemas.microsoft.com/office/powerpoint/2010/main" val="17168509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9</a:t>
            </a:fld>
            <a:endParaRPr lang="en-US" dirty="0"/>
          </a:p>
        </p:txBody>
      </p:sp>
    </p:spTree>
    <p:extLst>
      <p:ext uri="{BB962C8B-B14F-4D97-AF65-F5344CB8AC3E}">
        <p14:creationId xmlns:p14="http://schemas.microsoft.com/office/powerpoint/2010/main" val="3070488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rm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rm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lstStyle/>
          <a:p>
            <a:fld id="{DBA1B0FB-D917-4C8C-928F-313BD683BF39}" type="slidenum">
              <a:rPr lang="en-US" smtClean="0"/>
              <a:t>‹#›</a:t>
            </a:fld>
            <a:endParaRPr lang="en-US" dirty="0"/>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393626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rm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263223463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4644CBB8-40B8-42F8-9172-07A476341DDA}"/>
              </a:ext>
            </a:extLst>
          </p:cNvPr>
          <p:cNvGrpSpPr/>
          <p:nvPr/>
        </p:nvGrpSpPr>
        <p:grpSpPr>
          <a:xfrm>
            <a:off x="356481" y="879007"/>
            <a:ext cx="734257" cy="760506"/>
            <a:chOff x="5243759" y="1363788"/>
            <a:chExt cx="734257" cy="760506"/>
          </a:xfrm>
        </p:grpSpPr>
        <p:sp>
          <p:nvSpPr>
            <p:cNvPr id="49" name="Freeform 5">
              <a:extLst>
                <a:ext uri="{FF2B5EF4-FFF2-40B4-BE49-F238E27FC236}">
                  <a16:creationId xmlns:a16="http://schemas.microsoft.com/office/drawing/2014/main" id="{35CE073E-302A-4AA7-98C7-8667DDDCFA1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0" name="Freeform 6">
              <a:extLst>
                <a:ext uri="{FF2B5EF4-FFF2-40B4-BE49-F238E27FC236}">
                  <a16:creationId xmlns:a16="http://schemas.microsoft.com/office/drawing/2014/main" id="{4FD1AE2F-DD70-4E93-B905-E052A23F0B1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1" name="Freeform 8">
              <a:extLst>
                <a:ext uri="{FF2B5EF4-FFF2-40B4-BE49-F238E27FC236}">
                  <a16:creationId xmlns:a16="http://schemas.microsoft.com/office/drawing/2014/main" id="{E8D529E5-8838-47F0-98A4-2D46F11E499C}"/>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5DA2564-D3DB-48AD-83F0-6CC6B5743960}"/>
              </a:ext>
            </a:extLst>
          </p:cNvPr>
          <p:cNvSpPr>
            <a:spLocks noGrp="1"/>
          </p:cNvSpPr>
          <p:nvPr>
            <p:ph type="title"/>
          </p:nvPr>
        </p:nvSpPr>
        <p:spPr>
          <a:xfrm>
            <a:off x="563563" y="474345"/>
            <a:ext cx="11077574" cy="2954655"/>
          </a:xfrm>
        </p:spPr>
        <p:txBody>
          <a:bodyPr vert="horz" wrap="square" lIns="0" tIns="0" rIns="0" bIns="0" rtlCol="0" anchor="b" anchorCtr="0">
            <a:normAutofit/>
          </a:bodyPr>
          <a:lstStyle>
            <a:lvl1pPr>
              <a:defRPr lang="en-US" sz="6400" dirty="0"/>
            </a:lvl1pPr>
          </a:lstStyle>
          <a:p>
            <a:pPr lvl="0">
              <a:lnSpc>
                <a:spcPct val="100000"/>
              </a:lnSpc>
            </a:pPr>
            <a:r>
              <a:rPr lang="en-US"/>
              <a:t>Click to edit Master title style</a:t>
            </a:r>
            <a:endParaRPr lang="en-US" dirty="0"/>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pPr/>
              <a:t>‹#›</a:t>
            </a:fld>
            <a:endParaRPr lang="en-US" dirty="0"/>
          </a:p>
        </p:txBody>
      </p:sp>
      <p:sp>
        <p:nvSpPr>
          <p:cNvPr id="3" name="Text Placeholder 2">
            <a:extLst>
              <a:ext uri="{FF2B5EF4-FFF2-40B4-BE49-F238E27FC236}">
                <a16:creationId xmlns:a16="http://schemas.microsoft.com/office/drawing/2014/main" id="{76EEA752-36DA-440B-8747-0EB2914080EE}"/>
              </a:ext>
            </a:extLst>
          </p:cNvPr>
          <p:cNvSpPr>
            <a:spLocks noGrp="1"/>
          </p:cNvSpPr>
          <p:nvPr>
            <p:ph type="body" idx="1"/>
          </p:nvPr>
        </p:nvSpPr>
        <p:spPr>
          <a:xfrm>
            <a:off x="566271" y="3629772"/>
            <a:ext cx="11074866" cy="2678953"/>
          </a:xfrm>
        </p:spPr>
        <p:txBody>
          <a:bodyPr>
            <a:normAutofit/>
          </a:bodyPr>
          <a:lstStyle>
            <a:lvl1pPr marL="0" indent="0">
              <a:lnSpc>
                <a:spcPct val="110000"/>
              </a:lnSpc>
              <a:spcBef>
                <a:spcPts val="0"/>
              </a:spcBef>
              <a:buNone/>
              <a:defRPr sz="2400">
                <a:solidFill>
                  <a:schemeClr val="tx1">
                    <a:alpha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1" name="Freeform: Shape 40">
            <a:extLst>
              <a:ext uri="{FF2B5EF4-FFF2-40B4-BE49-F238E27FC236}">
                <a16:creationId xmlns:a16="http://schemas.microsoft.com/office/drawing/2014/main" id="{0BCC02B0-8581-4752-B7BC-3CE1EF17B9F7}"/>
              </a:ext>
            </a:extLst>
          </p:cNvPr>
          <p:cNvSpPr>
            <a:spLocks noChangeAspect="1"/>
          </p:cNvSpPr>
          <p:nvPr/>
        </p:nvSpPr>
        <p:spPr>
          <a:xfrm rot="18900000">
            <a:off x="11209132" y="4448189"/>
            <a:ext cx="999200" cy="1262947"/>
          </a:xfrm>
          <a:custGeom>
            <a:avLst/>
            <a:gdLst>
              <a:gd name="connsiteX0" fmla="*/ 540000 w 999200"/>
              <a:gd name="connsiteY0" fmla="*/ 0 h 1262947"/>
              <a:gd name="connsiteX1" fmla="*/ 999200 w 999200"/>
              <a:gd name="connsiteY1" fmla="*/ 815317 h 1262947"/>
              <a:gd name="connsiteX2" fmla="*/ 552185 w 999200"/>
              <a:gd name="connsiteY2" fmla="*/ 1262333 h 1262947"/>
              <a:gd name="connsiteX3" fmla="*/ 540000 w 999200"/>
              <a:gd name="connsiteY3" fmla="*/ 1262947 h 1262947"/>
              <a:gd name="connsiteX4" fmla="*/ 0 w 999200"/>
              <a:gd name="connsiteY4" fmla="*/ 992947 h 1262947"/>
              <a:gd name="connsiteX5" fmla="*/ 10971 w 999200"/>
              <a:gd name="connsiteY5" fmla="*/ 938533 h 1262947"/>
              <a:gd name="connsiteX6" fmla="*/ 15626 w 999200"/>
              <a:gd name="connsiteY6" fmla="*/ 931034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9200" h="1262947">
                <a:moveTo>
                  <a:pt x="540000" y="0"/>
                </a:moveTo>
                <a:lnTo>
                  <a:pt x="999200" y="815317"/>
                </a:lnTo>
                <a:lnTo>
                  <a:pt x="552185" y="1262333"/>
                </a:lnTo>
                <a:lnTo>
                  <a:pt x="540000" y="1262947"/>
                </a:lnTo>
                <a:cubicBezTo>
                  <a:pt x="241766" y="1262947"/>
                  <a:pt x="0" y="1142064"/>
                  <a:pt x="0" y="992947"/>
                </a:cubicBezTo>
                <a:cubicBezTo>
                  <a:pt x="0" y="974307"/>
                  <a:pt x="3778" y="956109"/>
                  <a:pt x="10971" y="938533"/>
                </a:cubicBezTo>
                <a:lnTo>
                  <a:pt x="15626" y="931034"/>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10200000" scaled="0"/>
          </a:gradFill>
          <a:ln>
            <a:noFill/>
          </a:ln>
          <a:effectLst>
            <a:innerShdw blurRad="254000" dist="101600" dir="42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3" name="Freeform: Shape 42">
            <a:extLst>
              <a:ext uri="{FF2B5EF4-FFF2-40B4-BE49-F238E27FC236}">
                <a16:creationId xmlns:a16="http://schemas.microsoft.com/office/drawing/2014/main" id="{EA0FF4DB-8180-4D26-AEAE-7ECDB670F71D}"/>
              </a:ext>
            </a:extLst>
          </p:cNvPr>
          <p:cNvSpPr/>
          <p:nvPr/>
        </p:nvSpPr>
        <p:spPr>
          <a:xfrm rot="2700000">
            <a:off x="11686937" y="4853516"/>
            <a:ext cx="540000" cy="978284"/>
          </a:xfrm>
          <a:custGeom>
            <a:avLst/>
            <a:gdLst>
              <a:gd name="connsiteX0" fmla="*/ 113288 w 540000"/>
              <a:gd name="connsiteY0" fmla="*/ 0 h 978284"/>
              <a:gd name="connsiteX1" fmla="*/ 539386 w 540000"/>
              <a:gd name="connsiteY1" fmla="*/ 426099 h 978284"/>
              <a:gd name="connsiteX2" fmla="*/ 540000 w 540000"/>
              <a:gd name="connsiteY2" fmla="*/ 438284 h 978284"/>
              <a:gd name="connsiteX3" fmla="*/ 270000 w 540000"/>
              <a:gd name="connsiteY3" fmla="*/ 978284 h 978284"/>
              <a:gd name="connsiteX4" fmla="*/ 0 w 540000"/>
              <a:gd name="connsiteY4" fmla="*/ 438284 h 978284"/>
              <a:gd name="connsiteX5" fmla="*/ 79081 w 540000"/>
              <a:gd name="connsiteY5" fmla="*/ 56446 h 9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000" h="978284">
                <a:moveTo>
                  <a:pt x="113288" y="0"/>
                </a:moveTo>
                <a:lnTo>
                  <a:pt x="539386" y="426099"/>
                </a:lnTo>
                <a:lnTo>
                  <a:pt x="540000" y="438284"/>
                </a:lnTo>
                <a:cubicBezTo>
                  <a:pt x="540000" y="736518"/>
                  <a:pt x="419117" y="978284"/>
                  <a:pt x="270000" y="978284"/>
                </a:cubicBezTo>
                <a:cubicBezTo>
                  <a:pt x="120883" y="978284"/>
                  <a:pt x="0" y="736518"/>
                  <a:pt x="0" y="438284"/>
                </a:cubicBezTo>
                <a:cubicBezTo>
                  <a:pt x="0" y="289167"/>
                  <a:pt x="30220" y="154167"/>
                  <a:pt x="79081" y="56446"/>
                </a:cubicBezTo>
                <a:close/>
              </a:path>
            </a:pathLst>
          </a:cu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47365650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41518935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881275"/>
            <a:ext cx="5437186" cy="535354"/>
          </a:xfrm>
        </p:spPr>
        <p:txBody>
          <a:bodyPr anchor="b">
            <a:norm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577270"/>
            <a:ext cx="5429114"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881275"/>
            <a:ext cx="5436392" cy="535354"/>
          </a:xfrm>
        </p:spPr>
        <p:txBody>
          <a:bodyPr vert="horz" wrap="square" lIns="0" tIns="0" rIns="0" bIns="0" rtlCol="0" anchor="b">
            <a:normAutofit/>
          </a:bodyPr>
          <a:lstStyle>
            <a:lvl1pPr>
              <a:defRPr lang="en-US" sz="1400" b="0" cap="all" spc="200" baseline="0" dirty="0">
                <a:solidFill>
                  <a:schemeClr val="tx1"/>
                </a:solidFill>
              </a:defRPr>
            </a:lvl1pPr>
          </a:lstStyle>
          <a:p>
            <a:pPr marL="0" lvl="0" indent="0">
              <a:buNone/>
            </a:pPr>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577270"/>
            <a:ext cx="5436391"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47285868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p:nvPr>
        </p:nvSpPr>
        <p:spPr>
          <a:xfrm>
            <a:off x="3359149" y="550799"/>
            <a:ext cx="8283313" cy="5542025"/>
          </a:xfrm>
        </p:spPr>
        <p:txBody>
          <a:bodyPr vert="horz" wrap="square" lIns="0" tIns="0" rIns="0" bIns="0" rtlCol="0" anchor="ctr" anchorCtr="0">
            <a:normAutofit/>
          </a:bodyPr>
          <a:lstStyle>
            <a:lvl1pPr>
              <a:defRPr lang="en-US" dirty="0"/>
            </a:lvl1pPr>
          </a:lstStyle>
          <a:p>
            <a:pPr lvl="0">
              <a:lnSpc>
                <a:spcPct val="100000"/>
              </a:lnSpc>
            </a:pPr>
            <a:r>
              <a:rPr lang="en-US"/>
              <a:t>Click to edit Master title style</a:t>
            </a:r>
            <a:endParaRPr lang="en-US" dirty="0"/>
          </a:p>
        </p:txBody>
      </p:sp>
      <p:sp>
        <p:nvSpPr>
          <p:cNvPr id="3" name="Date Placeholder 2">
            <a:extLst>
              <a:ext uri="{FF2B5EF4-FFF2-40B4-BE49-F238E27FC236}">
                <a16:creationId xmlns:a16="http://schemas.microsoft.com/office/drawing/2014/main" id="{D4F51F65-E111-4656-83BE-CFCDE2DD6CD6}"/>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F9FF82CB-2D17-4918-821E-485475CF243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B66589D-A056-4817-AE15-39D87FE13169}"/>
              </a:ext>
            </a:extLst>
          </p:cNvPr>
          <p:cNvSpPr>
            <a:spLocks noGrp="1"/>
          </p:cNvSpPr>
          <p:nvPr>
            <p:ph type="sldNum" sz="quarter" idx="12"/>
          </p:nvPr>
        </p:nvSpPr>
        <p:spPr/>
        <p:txBody>
          <a:bodyPr/>
          <a:lstStyle/>
          <a:p>
            <a:fld id="{DBA1B0FB-D917-4C8C-928F-313BD683BF39}" type="slidenum">
              <a:rPr lang="en-US" smtClean="0"/>
              <a:pPr/>
              <a:t>‹#›</a:t>
            </a:fld>
            <a:endParaRPr lang="en-US" dirty="0"/>
          </a:p>
        </p:txBody>
      </p:sp>
      <p:sp>
        <p:nvSpPr>
          <p:cNvPr id="39" name="Freeform: Shape 38">
            <a:extLst>
              <a:ext uri="{FF2B5EF4-FFF2-40B4-BE49-F238E27FC236}">
                <a16:creationId xmlns:a16="http://schemas.microsoft.com/office/drawing/2014/main" id="{E489F067-39E1-4757-BC11-6169A343F2E1}"/>
              </a:ext>
            </a:extLst>
          </p:cNvPr>
          <p:cNvSpPr>
            <a:spLocks noChangeAspect="1"/>
          </p:cNvSpPr>
          <p:nvPr/>
        </p:nvSpPr>
        <p:spPr>
          <a:xfrm rot="18900000" flipV="1">
            <a:off x="-410727"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DD231011-607F-42F1-B2D9-2BA8E91CC6AF}"/>
              </a:ext>
            </a:extLst>
          </p:cNvPr>
          <p:cNvSpPr>
            <a:spLocks noChangeAspect="1"/>
          </p:cNvSpPr>
          <p:nvPr/>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Oval 23">
            <a:extLst>
              <a:ext uri="{FF2B5EF4-FFF2-40B4-BE49-F238E27FC236}">
                <a16:creationId xmlns:a16="http://schemas.microsoft.com/office/drawing/2014/main" id="{EC472EFA-56B5-4A41-8D4B-E9F37727F34D}"/>
              </a:ext>
            </a:extLst>
          </p:cNvPr>
          <p:cNvSpPr/>
          <p:nvPr/>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Oval 41">
            <a:extLst>
              <a:ext uri="{FF2B5EF4-FFF2-40B4-BE49-F238E27FC236}">
                <a16:creationId xmlns:a16="http://schemas.microsoft.com/office/drawing/2014/main" id="{33781B6C-21AD-489D-A3CB-522BB2AC543F}"/>
              </a:ext>
            </a:extLst>
          </p:cNvPr>
          <p:cNvSpPr>
            <a:spLocks noChangeAspect="1"/>
          </p:cNvSpPr>
          <p:nvPr/>
        </p:nvSpPr>
        <p:spPr>
          <a:xfrm>
            <a:off x="1780661"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1" name="Group 50">
            <a:extLst>
              <a:ext uri="{FF2B5EF4-FFF2-40B4-BE49-F238E27FC236}">
                <a16:creationId xmlns:a16="http://schemas.microsoft.com/office/drawing/2014/main" id="{01AD5B80-530E-44CD-8D4A-2796FB214CBF}"/>
              </a:ext>
            </a:extLst>
          </p:cNvPr>
          <p:cNvGrpSpPr/>
          <p:nvPr/>
        </p:nvGrpSpPr>
        <p:grpSpPr>
          <a:xfrm>
            <a:off x="623181" y="1514007"/>
            <a:ext cx="734257" cy="760506"/>
            <a:chOff x="5243759" y="1363788"/>
            <a:chExt cx="734257" cy="760506"/>
          </a:xfrm>
        </p:grpSpPr>
        <p:sp>
          <p:nvSpPr>
            <p:cNvPr id="52" name="Freeform 5">
              <a:extLst>
                <a:ext uri="{FF2B5EF4-FFF2-40B4-BE49-F238E27FC236}">
                  <a16:creationId xmlns:a16="http://schemas.microsoft.com/office/drawing/2014/main" id="{2F746AA8-9050-4515-9B17-BC850368529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3" name="Freeform 6">
              <a:extLst>
                <a:ext uri="{FF2B5EF4-FFF2-40B4-BE49-F238E27FC236}">
                  <a16:creationId xmlns:a16="http://schemas.microsoft.com/office/drawing/2014/main" id="{23EC1AC3-1698-46D5-80B7-F22F15E1A5E4}"/>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Freeform 8">
              <a:extLst>
                <a:ext uri="{FF2B5EF4-FFF2-40B4-BE49-F238E27FC236}">
                  <a16:creationId xmlns:a16="http://schemas.microsoft.com/office/drawing/2014/main" id="{73766156-553C-46EB-93FA-4F37CC0FF5CF}"/>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245413379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131167432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rm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rm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84548230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98F1FBA-F8BB-42CF-8B3E-D19AAFEE96C1}"/>
              </a:ext>
            </a:extLst>
          </p:cNvPr>
          <p:cNvGrpSpPr/>
          <p:nvPr/>
        </p:nvGrpSpPr>
        <p:grpSpPr>
          <a:xfrm>
            <a:off x="334964" y="5115518"/>
            <a:ext cx="734257" cy="760506"/>
            <a:chOff x="5243759" y="1363788"/>
            <a:chExt cx="734257" cy="760506"/>
          </a:xfrm>
        </p:grpSpPr>
        <p:sp>
          <p:nvSpPr>
            <p:cNvPr id="18" name="Freeform 5">
              <a:extLst>
                <a:ext uri="{FF2B5EF4-FFF2-40B4-BE49-F238E27FC236}">
                  <a16:creationId xmlns:a16="http://schemas.microsoft.com/office/drawing/2014/main" id="{60EE09DD-C3DB-4266-BCC3-A765CFFBF37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Freeform 6">
              <a:extLst>
                <a:ext uri="{FF2B5EF4-FFF2-40B4-BE49-F238E27FC236}">
                  <a16:creationId xmlns:a16="http://schemas.microsoft.com/office/drawing/2014/main" id="{5F301FE0-96DC-4EFB-BBEE-AED762C337C9}"/>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Freeform 8">
              <a:extLst>
                <a:ext uri="{FF2B5EF4-FFF2-40B4-BE49-F238E27FC236}">
                  <a16:creationId xmlns:a16="http://schemas.microsoft.com/office/drawing/2014/main" id="{3BEAD276-8850-4C0C-9777-8537000D522A}"/>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E5EE0A0-B07E-479B-9684-4BD09FA4376C}"/>
              </a:ext>
            </a:extLst>
          </p:cNvPr>
          <p:cNvSpPr>
            <a:spLocks noGrp="1"/>
          </p:cNvSpPr>
          <p:nvPr>
            <p:ph type="title"/>
          </p:nvPr>
        </p:nvSpPr>
        <p:spPr>
          <a:xfrm>
            <a:off x="550863" y="575409"/>
            <a:ext cx="4500562" cy="984885"/>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Picture Placeholder 2">
            <a:extLst>
              <a:ext uri="{FF2B5EF4-FFF2-40B4-BE49-F238E27FC236}">
                <a16:creationId xmlns:a16="http://schemas.microsoft.com/office/drawing/2014/main" id="{C11893A9-3462-4F51-83AE-5D2F124B985F}"/>
              </a:ext>
            </a:extLst>
          </p:cNvPr>
          <p:cNvSpPr>
            <a:spLocks noGrp="1"/>
          </p:cNvSpPr>
          <p:nvPr>
            <p:ph type="pic" idx="1"/>
          </p:nvPr>
        </p:nvSpPr>
        <p:spPr>
          <a:xfrm>
            <a:off x="5267324" y="575409"/>
            <a:ext cx="6373813" cy="5733316"/>
          </a:xfrm>
        </p:spPr>
        <p:txBody>
          <a:bodyPr>
            <a:normAutofit/>
          </a:bodyPr>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BA9240C-79C0-4A88-A476-725DE1B9C28F}"/>
              </a:ext>
            </a:extLst>
          </p:cNvPr>
          <p:cNvSpPr>
            <a:spLocks noGrp="1"/>
          </p:cNvSpPr>
          <p:nvPr>
            <p:ph type="body" sz="half" idx="2"/>
          </p:nvPr>
        </p:nvSpPr>
        <p:spPr>
          <a:xfrm>
            <a:off x="550863" y="1776195"/>
            <a:ext cx="4500562" cy="4532530"/>
          </a:xfrm>
        </p:spPr>
        <p:txBody>
          <a:bodyPr anchor="t" anchorCtr="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17667354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79361-B9A1-48F2-9473-23DE30E2D151}"/>
              </a:ext>
            </a:extLst>
          </p:cNvPr>
          <p:cNvSpPr>
            <a:spLocks noGrp="1"/>
          </p:cNvSpPr>
          <p:nvPr>
            <p:ph type="title"/>
          </p:nvPr>
        </p:nvSpPr>
        <p:spPr>
          <a:xfrm>
            <a:off x="550862" y="503906"/>
            <a:ext cx="11090275" cy="1333057"/>
          </a:xfrm>
        </p:spPr>
        <p:txBody>
          <a:bodyPr vert="horz" wrap="square" lIns="0" tIns="0" rIns="0" bIns="0" rtlCol="0" anchor="t" anchorCtr="0">
            <a:normAutofit/>
          </a:bodyPr>
          <a:lstStyle>
            <a:lvl1pPr>
              <a:defRPr lang="en-US" dirty="0"/>
            </a:lvl1pPr>
          </a:lstStyle>
          <a:p>
            <a:pPr lvl="0"/>
            <a:r>
              <a:rPr lang="en-US"/>
              <a:t>Click to edit Master title style</a:t>
            </a:r>
            <a:endParaRPr lang="en-US" dirty="0"/>
          </a:p>
        </p:txBody>
      </p:sp>
      <p:sp>
        <p:nvSpPr>
          <p:cNvPr id="3" name="Vertical Text Placeholder 2">
            <a:extLst>
              <a:ext uri="{FF2B5EF4-FFF2-40B4-BE49-F238E27FC236}">
                <a16:creationId xmlns:a16="http://schemas.microsoft.com/office/drawing/2014/main" id="{FD986779-C2F3-447D-85F7-F6B0E2C97D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07730566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56583A-514F-4632-820D-E7EE236A46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73CBBB-7DDC-4437-8C7D-22A1C35202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C69EBF-DA20-4024-8006-B158D571E08E}"/>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DBAC8B9-14B5-4DF1-994D-AB47DB3BA0C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7876582-5F9B-4F5E-AAD5-D608CB68EA3D}"/>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74893063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43C4A872-A473-BFD2-150E-387250C2B4DA}"/>
              </a:ext>
              <a:ext uri="{C183D7F6-B498-43B3-948B-1728B52AA6E4}">
                <adec:decorative xmlns:adec="http://schemas.microsoft.com/office/drawing/2017/decorative" val="1"/>
              </a:ext>
            </a:extLst>
          </p:cNvPr>
          <p:cNvGrpSpPr/>
          <p:nvPr userDrawn="1"/>
        </p:nvGrpSpPr>
        <p:grpSpPr>
          <a:xfrm>
            <a:off x="613998" y="5334748"/>
            <a:ext cx="678135" cy="990000"/>
            <a:chOff x="10490969" y="1448827"/>
            <a:chExt cx="678135" cy="990000"/>
          </a:xfrm>
        </p:grpSpPr>
        <p:sp>
          <p:nvSpPr>
            <p:cNvPr id="24" name="Freeform: Shape 23">
              <a:extLst>
                <a:ext uri="{FF2B5EF4-FFF2-40B4-BE49-F238E27FC236}">
                  <a16:creationId xmlns:a16="http://schemas.microsoft.com/office/drawing/2014/main" id="{C5C8D53B-A579-BCFA-58E8-C386DABC92CD}"/>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Oval 24">
              <a:extLst>
                <a:ext uri="{FF2B5EF4-FFF2-40B4-BE49-F238E27FC236}">
                  <a16:creationId xmlns:a16="http://schemas.microsoft.com/office/drawing/2014/main" id="{23A34CAC-4A03-ADDB-E97F-8675E68FC0B3}"/>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6" name="Oval 25">
              <a:extLst>
                <a:ext uri="{FF2B5EF4-FFF2-40B4-BE49-F238E27FC236}">
                  <a16:creationId xmlns:a16="http://schemas.microsoft.com/office/drawing/2014/main" id="{0C733506-2F0D-8F31-52D1-5244F04A706B}"/>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Freeform: Shape 26">
              <a:extLst>
                <a:ext uri="{FF2B5EF4-FFF2-40B4-BE49-F238E27FC236}">
                  <a16:creationId xmlns:a16="http://schemas.microsoft.com/office/drawing/2014/main" id="{29356E3D-E14C-9C43-7CE4-A7156B1E10DB}"/>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0" name="Title 19">
            <a:extLst>
              <a:ext uri="{FF2B5EF4-FFF2-40B4-BE49-F238E27FC236}">
                <a16:creationId xmlns:a16="http://schemas.microsoft.com/office/drawing/2014/main" id="{85C652DA-55F6-9691-4254-344E0A4E9ABF}"/>
              </a:ext>
            </a:extLst>
          </p:cNvPr>
          <p:cNvSpPr>
            <a:spLocks noGrp="1"/>
          </p:cNvSpPr>
          <p:nvPr>
            <p:ph type="title" hasCustomPrompt="1"/>
          </p:nvPr>
        </p:nvSpPr>
        <p:spPr>
          <a:xfrm>
            <a:off x="550863" y="483924"/>
            <a:ext cx="11090275" cy="1684059"/>
          </a:xfrm>
        </p:spPr>
        <p:txBody>
          <a:bodyPr anchor="b">
            <a:normAutofit/>
          </a:bodyPr>
          <a:lstStyle>
            <a:lvl1pPr>
              <a:defRPr sz="4000"/>
            </a:lvl1pPr>
          </a:lstStyle>
          <a:p>
            <a:r>
              <a:rPr lang="en-US" dirty="0"/>
              <a:t>Click to add title</a:t>
            </a:r>
          </a:p>
        </p:txBody>
      </p:sp>
      <p:sp>
        <p:nvSpPr>
          <p:cNvPr id="22" name="Content Placeholder 21">
            <a:extLst>
              <a:ext uri="{FF2B5EF4-FFF2-40B4-BE49-F238E27FC236}">
                <a16:creationId xmlns:a16="http://schemas.microsoft.com/office/drawing/2014/main" id="{4DB7AC4F-2818-7F0D-AC6A-736D5F2C7392}"/>
              </a:ext>
            </a:extLst>
          </p:cNvPr>
          <p:cNvSpPr>
            <a:spLocks noGrp="1"/>
          </p:cNvSpPr>
          <p:nvPr>
            <p:ph sz="quarter" idx="13" hasCustomPrompt="1"/>
          </p:nvPr>
        </p:nvSpPr>
        <p:spPr>
          <a:xfrm>
            <a:off x="550863" y="2419350"/>
            <a:ext cx="11090274" cy="3913188"/>
          </a:xfrm>
        </p:spPr>
        <p:txBody>
          <a:bodyPr>
            <a:normAutofit/>
          </a:bodyPr>
          <a:lstStyle>
            <a:lvl1pPr marL="0" indent="0">
              <a:buNone/>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t>‹#›</a:t>
            </a:fld>
            <a:endParaRPr lang="en-US" dirty="0"/>
          </a:p>
        </p:txBody>
      </p:sp>
      <p:grpSp>
        <p:nvGrpSpPr>
          <p:cNvPr id="5" name="Group 4">
            <a:extLst>
              <a:ext uri="{FF2B5EF4-FFF2-40B4-BE49-F238E27FC236}">
                <a16:creationId xmlns:a16="http://schemas.microsoft.com/office/drawing/2014/main" id="{6C61DF04-D7CB-2B19-8BB9-3E90A661973E}"/>
              </a:ext>
              <a:ext uri="{C183D7F6-B498-43B3-948B-1728B52AA6E4}">
                <adec:decorative xmlns:adec="http://schemas.microsoft.com/office/drawing/2017/decorative" val="1"/>
              </a:ext>
            </a:extLst>
          </p:cNvPr>
          <p:cNvGrpSpPr/>
          <p:nvPr userDrawn="1"/>
        </p:nvGrpSpPr>
        <p:grpSpPr>
          <a:xfrm>
            <a:off x="9010824" y="1514007"/>
            <a:ext cx="734257" cy="760506"/>
            <a:chOff x="5243759" y="1363788"/>
            <a:chExt cx="734257" cy="760506"/>
          </a:xfrm>
        </p:grpSpPr>
        <p:sp>
          <p:nvSpPr>
            <p:cNvPr id="6" name="Freeform 5">
              <a:extLst>
                <a:ext uri="{FF2B5EF4-FFF2-40B4-BE49-F238E27FC236}">
                  <a16:creationId xmlns:a16="http://schemas.microsoft.com/office/drawing/2014/main" id="{5DE1CC00-F893-E215-8086-65B6605C5FC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7" name="Freeform 6">
              <a:extLst>
                <a:ext uri="{FF2B5EF4-FFF2-40B4-BE49-F238E27FC236}">
                  <a16:creationId xmlns:a16="http://schemas.microsoft.com/office/drawing/2014/main" id="{6EBF50D9-F9B8-ADB3-8B4A-AF19564EE6EB}"/>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Freeform 8">
              <a:extLst>
                <a:ext uri="{FF2B5EF4-FFF2-40B4-BE49-F238E27FC236}">
                  <a16:creationId xmlns:a16="http://schemas.microsoft.com/office/drawing/2014/main" id="{80BE1060-7183-58F8-EEBF-64135EE82BC5}"/>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1" name="Oval 10">
            <a:extLst>
              <a:ext uri="{FF2B5EF4-FFF2-40B4-BE49-F238E27FC236}">
                <a16:creationId xmlns:a16="http://schemas.microsoft.com/office/drawing/2014/main" id="{E597A3BE-0D13-9033-E3FD-78202DB799C8}"/>
              </a:ext>
              <a:ext uri="{C183D7F6-B498-43B3-948B-1728B52AA6E4}">
                <adec:decorative xmlns:adec="http://schemas.microsoft.com/office/drawing/2017/decorative" val="1"/>
              </a:ext>
            </a:extLst>
          </p:cNvPr>
          <p:cNvSpPr>
            <a:spLocks noChangeAspect="1"/>
          </p:cNvSpPr>
          <p:nvPr userDrawn="1"/>
        </p:nvSpPr>
        <p:spPr>
          <a:xfrm>
            <a:off x="10168304"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2" name="Group 11">
            <a:extLst>
              <a:ext uri="{FF2B5EF4-FFF2-40B4-BE49-F238E27FC236}">
                <a16:creationId xmlns:a16="http://schemas.microsoft.com/office/drawing/2014/main" id="{D8867D9A-3F3B-94C3-244B-0006226AEF73}"/>
              </a:ext>
              <a:ext uri="{C183D7F6-B498-43B3-948B-1728B52AA6E4}">
                <adec:decorative xmlns:adec="http://schemas.microsoft.com/office/drawing/2017/decorative" val="1"/>
              </a:ext>
            </a:extLst>
          </p:cNvPr>
          <p:cNvGrpSpPr/>
          <p:nvPr userDrawn="1"/>
        </p:nvGrpSpPr>
        <p:grpSpPr>
          <a:xfrm flipH="1">
            <a:off x="9063019" y="3199533"/>
            <a:ext cx="3597052" cy="2615018"/>
            <a:chOff x="4541453" y="3199533"/>
            <a:chExt cx="3597052" cy="2615018"/>
          </a:xfrm>
        </p:grpSpPr>
        <p:sp>
          <p:nvSpPr>
            <p:cNvPr id="13" name="Freeform: Shape 38">
              <a:extLst>
                <a:ext uri="{FF2B5EF4-FFF2-40B4-BE49-F238E27FC236}">
                  <a16:creationId xmlns:a16="http://schemas.microsoft.com/office/drawing/2014/main" id="{955FC3D1-6227-A188-CCDB-11D573FD807A}"/>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4" name="Group 13">
              <a:extLst>
                <a:ext uri="{FF2B5EF4-FFF2-40B4-BE49-F238E27FC236}">
                  <a16:creationId xmlns:a16="http://schemas.microsoft.com/office/drawing/2014/main" id="{AE6BE70E-C41E-449D-A48C-4EB6BB7DC20D}"/>
                </a:ext>
              </a:extLst>
            </p:cNvPr>
            <p:cNvGrpSpPr/>
            <p:nvPr/>
          </p:nvGrpSpPr>
          <p:grpSpPr>
            <a:xfrm>
              <a:off x="4541453" y="3199533"/>
              <a:ext cx="3478701" cy="2615018"/>
              <a:chOff x="-481151" y="3199533"/>
              <a:chExt cx="3478701" cy="2615018"/>
            </a:xfrm>
          </p:grpSpPr>
          <p:sp>
            <p:nvSpPr>
              <p:cNvPr id="15" name="Freeform: Shape 32">
                <a:extLst>
                  <a:ext uri="{FF2B5EF4-FFF2-40B4-BE49-F238E27FC236}">
                    <a16:creationId xmlns:a16="http://schemas.microsoft.com/office/drawing/2014/main" id="{B7C0B12B-49BE-7855-18FB-8583C8DD9617}"/>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Oval 15">
                <a:extLst>
                  <a:ext uri="{FF2B5EF4-FFF2-40B4-BE49-F238E27FC236}">
                    <a16:creationId xmlns:a16="http://schemas.microsoft.com/office/drawing/2014/main" id="{67C78A37-D378-70D3-D6E3-AB9400EB583E}"/>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grpSp>
        <p:nvGrpSpPr>
          <p:cNvPr id="17" name="Group 16">
            <a:extLst>
              <a:ext uri="{FF2B5EF4-FFF2-40B4-BE49-F238E27FC236}">
                <a16:creationId xmlns:a16="http://schemas.microsoft.com/office/drawing/2014/main" id="{02491172-466F-19CC-B639-A1C3CAB1D43A}"/>
              </a:ext>
              <a:ext uri="{C183D7F6-B498-43B3-948B-1728B52AA6E4}">
                <adec:decorative xmlns:adec="http://schemas.microsoft.com/office/drawing/2017/decorative" val="1"/>
              </a:ext>
            </a:extLst>
          </p:cNvPr>
          <p:cNvGrpSpPr/>
          <p:nvPr userDrawn="1"/>
        </p:nvGrpSpPr>
        <p:grpSpPr>
          <a:xfrm>
            <a:off x="5690545" y="4100655"/>
            <a:ext cx="1335600" cy="1262947"/>
            <a:chOff x="10145015" y="2343978"/>
            <a:chExt cx="1335600" cy="1262947"/>
          </a:xfrm>
        </p:grpSpPr>
        <p:sp>
          <p:nvSpPr>
            <p:cNvPr id="18" name="Freeform: Shape 25">
              <a:extLst>
                <a:ext uri="{FF2B5EF4-FFF2-40B4-BE49-F238E27FC236}">
                  <a16:creationId xmlns:a16="http://schemas.microsoft.com/office/drawing/2014/main" id="{45EC885D-265C-397B-5DAF-57A66CDA30B5}"/>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9" name="Oval 18">
              <a:extLst>
                <a:ext uri="{FF2B5EF4-FFF2-40B4-BE49-F238E27FC236}">
                  <a16:creationId xmlns:a16="http://schemas.microsoft.com/office/drawing/2014/main" id="{3601DB21-D937-2F89-DC26-063DFC7800C8}"/>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Tree>
    <p:extLst>
      <p:ext uri="{BB962C8B-B14F-4D97-AF65-F5344CB8AC3E}">
        <p14:creationId xmlns:p14="http://schemas.microsoft.com/office/powerpoint/2010/main" val="22076535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550863" y="196900"/>
            <a:ext cx="4159160" cy="3155900"/>
          </a:xfrm>
        </p:spPr>
        <p:txBody>
          <a:bodyPr lIns="91440" anchor="b">
            <a:noAutofit/>
          </a:bodyPr>
          <a:lstStyle>
            <a:lvl1pPr algn="l">
              <a:defRPr sz="40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547271" y="3505200"/>
            <a:ext cx="4159160" cy="2352356"/>
          </a:xfrm>
        </p:spPr>
        <p:txBody>
          <a:bodyPr lIns="91440" rIns="91440">
            <a:noAutofit/>
          </a:bodyPr>
          <a:lstStyle>
            <a:lvl1pPr marL="0" indent="0" algn="l">
              <a:lnSpc>
                <a:spcPct val="100000"/>
              </a:lnSpc>
              <a:spcAft>
                <a:spcPts val="0"/>
              </a:spcAft>
              <a:buFont typeface="Arial" panose="020B0604020202020204" pitchFamily="34" charset="0"/>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4" name="Oval 13">
            <a:extLst>
              <a:ext uri="{FF2B5EF4-FFF2-40B4-BE49-F238E27FC236}">
                <a16:creationId xmlns:a16="http://schemas.microsoft.com/office/drawing/2014/main" id="{60ABD6E1-FE78-D78B-E80C-09490F5D8D05}"/>
              </a:ext>
              <a:ext uri="{C183D7F6-B498-43B3-948B-1728B52AA6E4}">
                <adec:decorative xmlns:adec="http://schemas.microsoft.com/office/drawing/2017/decorative" val="1"/>
              </a:ext>
            </a:extLst>
          </p:cNvPr>
          <p:cNvSpPr>
            <a:spLocks noChangeAspect="1"/>
          </p:cNvSpPr>
          <p:nvPr userDrawn="1"/>
        </p:nvSpPr>
        <p:spPr>
          <a:xfrm>
            <a:off x="5668780" y="50590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0" name="Group 9">
            <a:extLst>
              <a:ext uri="{FF2B5EF4-FFF2-40B4-BE49-F238E27FC236}">
                <a16:creationId xmlns:a16="http://schemas.microsoft.com/office/drawing/2014/main" id="{62BB1BCD-5C1C-ED05-D6B4-F92367209BEF}"/>
              </a:ext>
              <a:ext uri="{C183D7F6-B498-43B3-948B-1728B52AA6E4}">
                <adec:decorative xmlns:adec="http://schemas.microsoft.com/office/drawing/2017/decorative" val="1"/>
              </a:ext>
            </a:extLst>
          </p:cNvPr>
          <p:cNvGrpSpPr/>
          <p:nvPr userDrawn="1"/>
        </p:nvGrpSpPr>
        <p:grpSpPr>
          <a:xfrm>
            <a:off x="10822156" y="4143453"/>
            <a:ext cx="734257" cy="760506"/>
            <a:chOff x="5243759" y="1363788"/>
            <a:chExt cx="734257" cy="760506"/>
          </a:xfrm>
        </p:grpSpPr>
        <p:sp>
          <p:nvSpPr>
            <p:cNvPr id="11" name="Freeform 5">
              <a:extLst>
                <a:ext uri="{FF2B5EF4-FFF2-40B4-BE49-F238E27FC236}">
                  <a16:creationId xmlns:a16="http://schemas.microsoft.com/office/drawing/2014/main" id="{700A5CAB-28E9-FB7A-E72E-39F3ADE58C6B}"/>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2" name="Freeform 6">
              <a:extLst>
                <a:ext uri="{FF2B5EF4-FFF2-40B4-BE49-F238E27FC236}">
                  <a16:creationId xmlns:a16="http://schemas.microsoft.com/office/drawing/2014/main" id="{2BA2D9BC-CA87-28FA-7A02-455E740EACAB}"/>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3" name="Freeform 8">
              <a:extLst>
                <a:ext uri="{FF2B5EF4-FFF2-40B4-BE49-F238E27FC236}">
                  <a16:creationId xmlns:a16="http://schemas.microsoft.com/office/drawing/2014/main" id="{734E5ADF-EEF0-2501-9D7B-8FC1A49F60A7}"/>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8" name="Picture Placeholder 14">
            <a:extLst>
              <a:ext uri="{FF2B5EF4-FFF2-40B4-BE49-F238E27FC236}">
                <a16:creationId xmlns:a16="http://schemas.microsoft.com/office/drawing/2014/main" id="{780F3839-9B1B-2346-C1F4-E876E6AE32E1}"/>
              </a:ext>
            </a:extLst>
          </p:cNvPr>
          <p:cNvSpPr>
            <a:spLocks noGrp="1"/>
          </p:cNvSpPr>
          <p:nvPr>
            <p:ph type="pic" sz="quarter" idx="13"/>
          </p:nvPr>
        </p:nvSpPr>
        <p:spPr>
          <a:xfrm>
            <a:off x="5678049" y="788713"/>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a:solidFill>
            <a:schemeClr val="accent5"/>
          </a:solidFill>
        </p:spPr>
        <p:txBody>
          <a:bodyPr wrap="square" tIns="365760">
            <a:noAutofit/>
          </a:bodyPr>
          <a:lstStyle>
            <a:lvl1pPr marL="0" indent="0" algn="ctr">
              <a:buNone/>
              <a:defRPr sz="18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4097428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Content 1">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87E98C0-6053-9701-92D0-4EF9ADBC500C}"/>
              </a:ext>
              <a:ext uri="{C183D7F6-B498-43B3-948B-1728B52AA6E4}">
                <adec:decorative xmlns:adec="http://schemas.microsoft.com/office/drawing/2017/decorative" val="1"/>
              </a:ext>
            </a:extLst>
          </p:cNvPr>
          <p:cNvGrpSpPr/>
          <p:nvPr userDrawn="1"/>
        </p:nvGrpSpPr>
        <p:grpSpPr>
          <a:xfrm flipH="1" flipV="1">
            <a:off x="9063019" y="746716"/>
            <a:ext cx="3597052" cy="2615018"/>
            <a:chOff x="4541453" y="3199533"/>
            <a:chExt cx="3597052" cy="2615018"/>
          </a:xfrm>
        </p:grpSpPr>
        <p:sp>
          <p:nvSpPr>
            <p:cNvPr id="8" name="Freeform: Shape 38">
              <a:extLst>
                <a:ext uri="{FF2B5EF4-FFF2-40B4-BE49-F238E27FC236}">
                  <a16:creationId xmlns:a16="http://schemas.microsoft.com/office/drawing/2014/main" id="{C32B1A1D-760B-9D3D-A869-E50FC962A629}"/>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D02EF78B-5BDF-8632-B9B1-087DB042EEC7}"/>
                </a:ext>
              </a:extLst>
            </p:cNvPr>
            <p:cNvGrpSpPr/>
            <p:nvPr/>
          </p:nvGrpSpPr>
          <p:grpSpPr>
            <a:xfrm>
              <a:off x="4541453" y="3199533"/>
              <a:ext cx="3478701" cy="2615018"/>
              <a:chOff x="-481151" y="3199533"/>
              <a:chExt cx="3478701" cy="2615018"/>
            </a:xfrm>
          </p:grpSpPr>
          <p:sp>
            <p:nvSpPr>
              <p:cNvPr id="10" name="Freeform: Shape 32">
                <a:extLst>
                  <a:ext uri="{FF2B5EF4-FFF2-40B4-BE49-F238E27FC236}">
                    <a16:creationId xmlns:a16="http://schemas.microsoft.com/office/drawing/2014/main" id="{5C54B3E8-515B-0865-9321-DB3793A62240}"/>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Oval 10">
                <a:extLst>
                  <a:ext uri="{FF2B5EF4-FFF2-40B4-BE49-F238E27FC236}">
                    <a16:creationId xmlns:a16="http://schemas.microsoft.com/office/drawing/2014/main" id="{56E92718-2CCD-B15D-8DE5-46285BEA256B}"/>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grpSp>
        <p:nvGrpSpPr>
          <p:cNvPr id="19" name="Group 18">
            <a:extLst>
              <a:ext uri="{FF2B5EF4-FFF2-40B4-BE49-F238E27FC236}">
                <a16:creationId xmlns:a16="http://schemas.microsoft.com/office/drawing/2014/main" id="{AEA0B78B-84F0-8B85-40E8-678689DC13E6}"/>
              </a:ext>
              <a:ext uri="{C183D7F6-B498-43B3-948B-1728B52AA6E4}">
                <adec:decorative xmlns:adec="http://schemas.microsoft.com/office/drawing/2017/decorative" val="1"/>
              </a:ext>
            </a:extLst>
          </p:cNvPr>
          <p:cNvGrpSpPr/>
          <p:nvPr userDrawn="1"/>
        </p:nvGrpSpPr>
        <p:grpSpPr>
          <a:xfrm>
            <a:off x="8723112" y="5088958"/>
            <a:ext cx="1335600" cy="1262947"/>
            <a:chOff x="10145015" y="2343978"/>
            <a:chExt cx="1335600" cy="1262947"/>
          </a:xfrm>
        </p:grpSpPr>
        <p:sp>
          <p:nvSpPr>
            <p:cNvPr id="20" name="Freeform: Shape 25">
              <a:extLst>
                <a:ext uri="{FF2B5EF4-FFF2-40B4-BE49-F238E27FC236}">
                  <a16:creationId xmlns:a16="http://schemas.microsoft.com/office/drawing/2014/main" id="{2E5D7C6F-BF77-9B7D-5B12-7AF3ED280B43}"/>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Oval 20">
              <a:extLst>
                <a:ext uri="{FF2B5EF4-FFF2-40B4-BE49-F238E27FC236}">
                  <a16:creationId xmlns:a16="http://schemas.microsoft.com/office/drawing/2014/main" id="{FA599EE6-2673-0AD8-EAE0-45C79326015E}"/>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12" name="Group 11">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hasCustomPrompt="1"/>
          </p:nvPr>
        </p:nvSpPr>
        <p:spPr>
          <a:xfrm>
            <a:off x="550862" y="498474"/>
            <a:ext cx="7960421" cy="1450217"/>
          </a:xfrm>
        </p:spPr>
        <p:txBody>
          <a:bodyPr vert="horz" wrap="square" lIns="0" tIns="0" rIns="0" bIns="0" rtlCol="0" anchor="t" anchorCtr="0">
            <a:normAutofit/>
          </a:bodyPr>
          <a:lstStyle>
            <a:lvl1pPr>
              <a:defRPr lang="en-US" sz="4000" dirty="0"/>
            </a:lvl1pPr>
          </a:lstStyle>
          <a:p>
            <a:pPr lvl="0">
              <a:lnSpc>
                <a:spcPct val="100000"/>
              </a:lnSpc>
            </a:pPr>
            <a:r>
              <a:rPr lang="en-US" dirty="0"/>
              <a:t>Click to add title</a:t>
            </a:r>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hasCustomPrompt="1"/>
          </p:nvPr>
        </p:nvSpPr>
        <p:spPr>
          <a:xfrm>
            <a:off x="581343" y="2103039"/>
            <a:ext cx="7929940" cy="3979625"/>
          </a:xfrm>
        </p:spPr>
        <p:txBody>
          <a:bodyPr>
            <a:normAutofit/>
          </a:bodyPr>
          <a:lstStyle>
            <a:lvl1pPr>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2876630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096D26C0-4AFC-33CC-99BE-317E9A844352}"/>
              </a:ext>
            </a:extLst>
          </p:cNvPr>
          <p:cNvSpPr>
            <a:spLocks noGrp="1"/>
          </p:cNvSpPr>
          <p:nvPr>
            <p:ph type="pic" sz="quarter" idx="13" hasCustomPrompt="1"/>
          </p:nvPr>
        </p:nvSpPr>
        <p:spPr>
          <a:xfrm>
            <a:off x="0" y="0"/>
            <a:ext cx="12192000" cy="6858000"/>
          </a:xfrm>
        </p:spPr>
        <p:txBody>
          <a:bodyPr/>
          <a:lstStyle>
            <a:lvl1pPr marL="0" indent="0" algn="ctr">
              <a:buNone/>
              <a:defRPr sz="2000"/>
            </a:lvl1pPr>
          </a:lstStyle>
          <a:p>
            <a:r>
              <a:rPr lang="en-US" dirty="0"/>
              <a:t>Click icon to insert picture</a:t>
            </a:r>
          </a:p>
        </p:txBody>
      </p: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376680"/>
            <a:ext cx="9144000" cy="2286000"/>
          </a:xfrm>
        </p:spPr>
        <p:txBody>
          <a:bodyPr anchor="b">
            <a:noAutofit/>
          </a:bodyPr>
          <a:lstStyle>
            <a:lvl1pPr algn="ctr">
              <a:defRPr sz="54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799840"/>
            <a:ext cx="9144000" cy="2286000"/>
          </a:xfrm>
        </p:spPr>
        <p:txBody>
          <a:bodyPr>
            <a:no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606994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 uri="{C183D7F6-B498-43B3-948B-1728B52AA6E4}">
                <adec:decorative xmlns:adec="http://schemas.microsoft.com/office/drawing/2017/decorative" val="1"/>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3" name="Group 12">
            <a:extLst>
              <a:ext uri="{FF2B5EF4-FFF2-40B4-BE49-F238E27FC236}">
                <a16:creationId xmlns:a16="http://schemas.microsoft.com/office/drawing/2014/main" id="{168347B7-45FA-4A01-924D-DC385B720B3E}"/>
              </a:ext>
              <a:ext uri="{C183D7F6-B498-43B3-948B-1728B52AA6E4}">
                <adec:decorative xmlns:adec="http://schemas.microsoft.com/office/drawing/2017/decorative" val="1"/>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hasCustomPrompt="1"/>
          </p:nvPr>
        </p:nvSpPr>
        <p:spPr>
          <a:xfrm>
            <a:off x="550863" y="508635"/>
            <a:ext cx="11090274" cy="1332000"/>
          </a:xfrm>
        </p:spPr>
        <p:txBody>
          <a:bodyPr>
            <a:normAutofit/>
          </a:bodyPr>
          <a:lstStyle>
            <a:lvl1pPr>
              <a:lnSpc>
                <a:spcPct val="100000"/>
              </a:lnSpc>
              <a:defRPr sz="4000"/>
            </a:lvl1pPr>
          </a:lstStyle>
          <a:p>
            <a:r>
              <a:rPr lang="en-US" dirty="0"/>
              <a:t>Click to add title</a:t>
            </a:r>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hasCustomPrompt="1"/>
          </p:nvPr>
        </p:nvSpPr>
        <p:spPr>
          <a:xfrm>
            <a:off x="550862" y="2097175"/>
            <a:ext cx="5435600" cy="3995650"/>
          </a:xfrm>
        </p:spPr>
        <p:txBody>
          <a:bodyPr>
            <a:normAutofit/>
          </a:bodyPr>
          <a:lstStyle>
            <a:lvl1pPr marL="0" indent="0">
              <a:spcBef>
                <a:spcPts val="1000"/>
              </a:spcBef>
              <a:buNone/>
              <a:defRPr sz="1800">
                <a:solidFill>
                  <a:schemeClr val="tx1"/>
                </a:solidFill>
              </a:defRPr>
            </a:lvl1pPr>
            <a:lvl2pPr marL="228600">
              <a:spcBef>
                <a:spcPts val="1000"/>
              </a:spcBef>
              <a:defRPr sz="1800">
                <a:solidFill>
                  <a:schemeClr val="tx1"/>
                </a:solidFill>
              </a:defRPr>
            </a:lvl2pPr>
            <a:lvl3pPr marL="411480" indent="-228600">
              <a:spcBef>
                <a:spcPts val="1000"/>
              </a:spcBef>
              <a:defRPr sz="1800">
                <a:solidFill>
                  <a:schemeClr val="tx1"/>
                </a:solidFill>
              </a:defRPr>
            </a:lvl3pPr>
            <a:lvl4pPr marL="594360">
              <a:spcBef>
                <a:spcPts val="1000"/>
              </a:spcBef>
              <a:defRPr sz="1800">
                <a:solidFill>
                  <a:schemeClr val="tx1"/>
                </a:solidFill>
              </a:defRPr>
            </a:lvl4pPr>
            <a:lvl5pPr marL="777240">
              <a:spcBef>
                <a:spcPts val="1000"/>
              </a:spcBef>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6B65629D-0977-C0EA-5E0B-C4822F43DAEE}"/>
              </a:ext>
            </a:extLst>
          </p:cNvPr>
          <p:cNvSpPr>
            <a:spLocks noGrp="1"/>
          </p:cNvSpPr>
          <p:nvPr>
            <p:ph sz="half" idx="13" hasCustomPrompt="1"/>
          </p:nvPr>
        </p:nvSpPr>
        <p:spPr>
          <a:xfrm>
            <a:off x="6205540" y="2097175"/>
            <a:ext cx="5435600" cy="3995650"/>
          </a:xfrm>
        </p:spPr>
        <p:txBody>
          <a:bodyPr>
            <a:normAutofit/>
          </a:bodyPr>
          <a:lstStyle>
            <a:lvl1pPr marL="0" indent="0">
              <a:spcBef>
                <a:spcPts val="1000"/>
              </a:spcBef>
              <a:buNone/>
              <a:defRPr sz="1800">
                <a:solidFill>
                  <a:schemeClr val="tx1"/>
                </a:solidFill>
              </a:defRPr>
            </a:lvl1pPr>
            <a:lvl2pPr marL="228600">
              <a:spcBef>
                <a:spcPts val="1000"/>
              </a:spcBef>
              <a:defRPr sz="1800">
                <a:solidFill>
                  <a:schemeClr val="tx1"/>
                </a:solidFill>
              </a:defRPr>
            </a:lvl2pPr>
            <a:lvl3pPr marL="411480" indent="-228600">
              <a:spcBef>
                <a:spcPts val="1000"/>
              </a:spcBef>
              <a:defRPr sz="1800">
                <a:solidFill>
                  <a:schemeClr val="tx1"/>
                </a:solidFill>
              </a:defRPr>
            </a:lvl3pPr>
            <a:lvl4pPr marL="594360">
              <a:spcBef>
                <a:spcPts val="1000"/>
              </a:spcBef>
              <a:defRPr sz="1800">
                <a:solidFill>
                  <a:schemeClr val="tx1"/>
                </a:solidFill>
              </a:defRPr>
            </a:lvl4pPr>
            <a:lvl5pPr marL="777240">
              <a:spcBef>
                <a:spcPts val="1000"/>
              </a:spcBef>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19299829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E57989ED-9663-5033-AA83-267069FC5CEE}"/>
              </a:ext>
              <a:ext uri="{C183D7F6-B498-43B3-948B-1728B52AA6E4}">
                <adec:decorative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 name="Title 1">
            <a:extLst>
              <a:ext uri="{FF2B5EF4-FFF2-40B4-BE49-F238E27FC236}">
                <a16:creationId xmlns:a16="http://schemas.microsoft.com/office/drawing/2014/main" id="{B1A4B040-51E3-4DA0-B21D-EEE173E7536F}"/>
              </a:ext>
            </a:extLst>
          </p:cNvPr>
          <p:cNvSpPr>
            <a:spLocks noGrp="1"/>
          </p:cNvSpPr>
          <p:nvPr>
            <p:ph type="title" hasCustomPrompt="1"/>
          </p:nvPr>
        </p:nvSpPr>
        <p:spPr>
          <a:xfrm>
            <a:off x="549536" y="549274"/>
            <a:ext cx="5179330" cy="2841829"/>
          </a:xfrm>
        </p:spPr>
        <p:txBody>
          <a:bodyPr vert="horz" wrap="square" lIns="0" tIns="0" rIns="0" bIns="0" rtlCol="0" anchor="b" anchorCtr="0">
            <a:normAutofit/>
          </a:bodyPr>
          <a:lstStyle>
            <a:lvl1pPr>
              <a:defRPr lang="en-US" sz="5400" dirty="0"/>
            </a:lvl1pPr>
          </a:lstStyle>
          <a:p>
            <a:pPr lvl="0">
              <a:lnSpc>
                <a:spcPct val="100000"/>
              </a:lnSpc>
            </a:pPr>
            <a:r>
              <a:rPr lang="en-US" dirty="0"/>
              <a:t>Click to add title</a:t>
            </a:r>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hasCustomPrompt="1"/>
          </p:nvPr>
        </p:nvSpPr>
        <p:spPr>
          <a:xfrm>
            <a:off x="549537" y="3646704"/>
            <a:ext cx="5179330" cy="2706160"/>
          </a:xfrm>
        </p:spPr>
        <p:txBody>
          <a:bodyPr>
            <a:normAutofit/>
          </a:bodyPr>
          <a:lstStyle>
            <a:lvl1pPr marL="0" indent="0">
              <a:spcBef>
                <a:spcPts val="1000"/>
              </a:spcBef>
              <a:buNone/>
              <a:defRPr sz="1800">
                <a:solidFill>
                  <a:schemeClr val="tx1"/>
                </a:solidFill>
              </a:defRPr>
            </a:lvl1pPr>
            <a:lvl2pPr marL="457200" indent="0">
              <a:spcBef>
                <a:spcPts val="1000"/>
              </a:spcBef>
              <a:buNone/>
              <a:defRPr sz="1200">
                <a:solidFill>
                  <a:schemeClr val="tx1"/>
                </a:solidFill>
              </a:defRPr>
            </a:lvl2pPr>
            <a:lvl3pPr marL="914400" indent="0">
              <a:spcBef>
                <a:spcPts val="1000"/>
              </a:spcBef>
              <a:buNone/>
              <a:defRPr sz="1200">
                <a:solidFill>
                  <a:schemeClr val="tx1"/>
                </a:solidFill>
              </a:defRPr>
            </a:lvl3pPr>
            <a:lvl4pPr marL="1371600" indent="0">
              <a:spcBef>
                <a:spcPts val="1000"/>
              </a:spcBef>
              <a:buNone/>
              <a:defRPr sz="1200">
                <a:solidFill>
                  <a:schemeClr val="tx1"/>
                </a:solidFill>
              </a:defRPr>
            </a:lvl4pPr>
            <a:lvl5pPr marL="1828800" indent="0">
              <a:spcBef>
                <a:spcPts val="1000"/>
              </a:spcBef>
              <a:buNone/>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Picture Placeholder 19">
            <a:extLst>
              <a:ext uri="{FF2B5EF4-FFF2-40B4-BE49-F238E27FC236}">
                <a16:creationId xmlns:a16="http://schemas.microsoft.com/office/drawing/2014/main" id="{5392876F-0BBD-F80A-DE7F-8831AD3BF353}"/>
              </a:ext>
            </a:extLst>
          </p:cNvPr>
          <p:cNvSpPr>
            <a:spLocks noGrp="1"/>
          </p:cNvSpPr>
          <p:nvPr>
            <p:ph type="pic" sz="quarter" idx="13" hasCustomPrompt="1"/>
          </p:nvPr>
        </p:nvSpPr>
        <p:spPr>
          <a:xfrm>
            <a:off x="5926138" y="549275"/>
            <a:ext cx="5654675" cy="5788025"/>
          </a:xfrm>
        </p:spPr>
        <p:txBody>
          <a:bodyPr>
            <a:normAutofit/>
          </a:bodyPr>
          <a:lstStyle>
            <a:lvl1pPr marL="0" indent="0" algn="ctr">
              <a:buNone/>
              <a:defRPr sz="2000">
                <a:solidFill>
                  <a:schemeClr val="tx1"/>
                </a:solidFill>
              </a:defRPr>
            </a:lvl1pPr>
          </a:lstStyle>
          <a:p>
            <a:r>
              <a:rPr lang="en-US" dirty="0"/>
              <a:t>Click icon to insert picture</a:t>
            </a:r>
          </a:p>
        </p:txBody>
      </p:sp>
      <p:grpSp>
        <p:nvGrpSpPr>
          <p:cNvPr id="9" name="Group 8">
            <a:extLst>
              <a:ext uri="{FF2B5EF4-FFF2-40B4-BE49-F238E27FC236}">
                <a16:creationId xmlns:a16="http://schemas.microsoft.com/office/drawing/2014/main" id="{64E08E8E-10CB-55BC-8AFF-E64C800B9F89}"/>
              </a:ext>
              <a:ext uri="{C183D7F6-B498-43B3-948B-1728B52AA6E4}">
                <adec:decorative xmlns:adec="http://schemas.microsoft.com/office/drawing/2017/decorative" val="1"/>
              </a:ext>
            </a:extLst>
          </p:cNvPr>
          <p:cNvGrpSpPr/>
          <p:nvPr userDrawn="1"/>
        </p:nvGrpSpPr>
        <p:grpSpPr>
          <a:xfrm>
            <a:off x="594036" y="5610392"/>
            <a:ext cx="667802" cy="631474"/>
            <a:chOff x="10478914" y="1506691"/>
            <a:chExt cx="667802" cy="631474"/>
          </a:xfrm>
        </p:grpSpPr>
        <p:sp>
          <p:nvSpPr>
            <p:cNvPr id="10" name="Freeform: Shape 15">
              <a:extLst>
                <a:ext uri="{FF2B5EF4-FFF2-40B4-BE49-F238E27FC236}">
                  <a16:creationId xmlns:a16="http://schemas.microsoft.com/office/drawing/2014/main" id="{B439260B-AC6B-1C83-1A63-058A7E7EFCC9}"/>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Oval 10">
              <a:extLst>
                <a:ext uri="{FF2B5EF4-FFF2-40B4-BE49-F238E27FC236}">
                  <a16:creationId xmlns:a16="http://schemas.microsoft.com/office/drawing/2014/main" id="{4ADD32DC-9BAF-DA32-4E29-A6D403E04377}"/>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12" name="Group 11">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3940739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rm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endParaRPr lang="en-US" dirty="0"/>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1000">
                <a:solidFill>
                  <a:schemeClr val="tx1">
                    <a:alpha val="80000"/>
                  </a:schemeClr>
                </a:solidFill>
              </a:defRPr>
            </a:lvl1p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4222058729"/>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8" r:id="rId12"/>
    <p:sldLayoutId id="2147483720" r:id="rId13"/>
    <p:sldLayoutId id="2147483721" r:id="rId14"/>
    <p:sldLayoutId id="2147483722" r:id="rId15"/>
    <p:sldLayoutId id="2147483723" r:id="rId16"/>
    <p:sldLayoutId id="2147483728" r:id="rId17"/>
  </p:sldLayoutIdLst>
  <p:hf sldNum="0" hdr="0" ftr="0" dt="0"/>
  <p:txStyles>
    <p:title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4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2" pos="3840">
          <p15:clr>
            <a:srgbClr val="F26B43"/>
          </p15:clr>
        </p15:guide>
        <p15:guide id="33" orient="horz" pos="2160">
          <p15:clr>
            <a:srgbClr val="F26B43"/>
          </p15:clr>
        </p15:guide>
        <p15:guide id="34" pos="347">
          <p15:clr>
            <a:srgbClr val="F26B43"/>
          </p15:clr>
        </p15:guide>
        <p15:guide id="35" pos="7333">
          <p15:clr>
            <a:srgbClr val="F26B43"/>
          </p15:clr>
        </p15:guide>
        <p15:guide id="36" orient="horz" pos="346">
          <p15:clr>
            <a:srgbClr val="F26B43"/>
          </p15:clr>
        </p15:guide>
        <p15:guide id="37" orient="horz" pos="3974">
          <p15:clr>
            <a:srgbClr val="F26B43"/>
          </p15:clr>
        </p15:guide>
        <p15:guide id="38" pos="824">
          <p15:clr>
            <a:srgbClr val="A4A3A4"/>
          </p15:clr>
        </p15:guide>
        <p15:guide id="39" pos="937">
          <p15:clr>
            <a:srgbClr val="A4A3A4"/>
          </p15:clr>
        </p15:guide>
        <p15:guide id="40" pos="1413">
          <p15:clr>
            <a:srgbClr val="A4A3A4"/>
          </p15:clr>
        </p15:guide>
        <p15:guide id="41" pos="1527">
          <p15:clr>
            <a:srgbClr val="A4A3A4"/>
          </p15:clr>
        </p15:guide>
        <p15:guide id="42" pos="2003">
          <p15:clr>
            <a:srgbClr val="A4A3A4"/>
          </p15:clr>
        </p15:guide>
        <p15:guide id="43" pos="2116">
          <p15:clr>
            <a:srgbClr val="A4A3A4"/>
          </p15:clr>
        </p15:guide>
        <p15:guide id="44" pos="2593">
          <p15:clr>
            <a:srgbClr val="A4A3A4"/>
          </p15:clr>
        </p15:guide>
        <p15:guide id="45" pos="2706">
          <p15:clr>
            <a:srgbClr val="A4A3A4"/>
          </p15:clr>
        </p15:guide>
        <p15:guide id="46" pos="3182">
          <p15:clr>
            <a:srgbClr val="A4A3A4"/>
          </p15:clr>
        </p15:guide>
        <p15:guide id="47" pos="3318">
          <p15:clr>
            <a:srgbClr val="A4A3A4"/>
          </p15:clr>
        </p15:guide>
        <p15:guide id="48" pos="3772">
          <p15:clr>
            <a:srgbClr val="A4A3A4"/>
          </p15:clr>
        </p15:guide>
        <p15:guide id="49" pos="3908">
          <p15:clr>
            <a:srgbClr val="A4A3A4"/>
          </p15:clr>
        </p15:guide>
        <p15:guide id="50" pos="4362">
          <p15:clr>
            <a:srgbClr val="A4A3A4"/>
          </p15:clr>
        </p15:guide>
        <p15:guide id="51" pos="4498">
          <p15:clr>
            <a:srgbClr val="A4A3A4"/>
          </p15:clr>
        </p15:guide>
        <p15:guide id="52" pos="4951">
          <p15:clr>
            <a:srgbClr val="A4A3A4"/>
          </p15:clr>
        </p15:guide>
        <p15:guide id="53" pos="5087">
          <p15:clr>
            <a:srgbClr val="A4A3A4"/>
          </p15:clr>
        </p15:guide>
        <p15:guide id="54" pos="5541">
          <p15:clr>
            <a:srgbClr val="A4A3A4"/>
          </p15:clr>
        </p15:guide>
        <p15:guide id="55" pos="5677">
          <p15:clr>
            <a:srgbClr val="A4A3A4"/>
          </p15:clr>
        </p15:guide>
        <p15:guide id="56" pos="6153">
          <p15:clr>
            <a:srgbClr val="A4A3A4"/>
          </p15:clr>
        </p15:guide>
        <p15:guide id="57" pos="6267">
          <p15:clr>
            <a:srgbClr val="A4A3A4"/>
          </p15:clr>
        </p15:guide>
        <p15:guide id="58" pos="6743">
          <p15:clr>
            <a:srgbClr val="A4A3A4"/>
          </p15:clr>
        </p15:guide>
        <p15:guide id="59" pos="6856">
          <p15:clr>
            <a:srgbClr val="A4A3A4"/>
          </p15:clr>
        </p15:guide>
        <p15:guide id="60" orient="horz" pos="3838">
          <p15:clr>
            <a:srgbClr val="A4A3A4"/>
          </p15:clr>
        </p15:guide>
        <p15:guide id="61" orient="horz" pos="2092">
          <p15:clr>
            <a:srgbClr val="A4A3A4"/>
          </p15:clr>
        </p15:guide>
        <p15:guide id="62" orient="horz" pos="2228">
          <p15:clr>
            <a:srgbClr val="A4A3A4"/>
          </p15:clr>
        </p15:guide>
        <p15:guide id="63" orient="horz" pos="845">
          <p15:clr>
            <a:srgbClr val="A4A3A4"/>
          </p15:clr>
        </p15:guide>
        <p15:guide id="64" orient="horz" pos="958">
          <p15:clr>
            <a:srgbClr val="A4A3A4"/>
          </p15:clr>
        </p15:guide>
        <p15:guide id="65" orient="horz" pos="1480">
          <p15:clr>
            <a:srgbClr val="A4A3A4"/>
          </p15:clr>
        </p15:guide>
        <p15:guide id="66" orient="horz" pos="1593">
          <p15:clr>
            <a:srgbClr val="A4A3A4"/>
          </p15:clr>
        </p15:guide>
        <p15:guide id="67" orient="horz" pos="2727">
          <p15:clr>
            <a:srgbClr val="A4A3A4"/>
          </p15:clr>
        </p15:guide>
        <p15:guide id="68" orient="horz" pos="2840">
          <p15:clr>
            <a:srgbClr val="A4A3A4"/>
          </p15:clr>
        </p15:guide>
        <p15:guide id="69" orient="horz" pos="3339">
          <p15:clr>
            <a:srgbClr val="A4A3A4"/>
          </p15:clr>
        </p15:guide>
        <p15:guide id="70" orient="horz" pos="347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7" descr="Data Points Digital background">
            <a:extLst>
              <a:ext uri="{FF2B5EF4-FFF2-40B4-BE49-F238E27FC236}">
                <a16:creationId xmlns:a16="http://schemas.microsoft.com/office/drawing/2014/main" id="{1358CD3B-43A8-5BF7-2E60-B0563F068D11}"/>
              </a:ext>
            </a:extLst>
          </p:cNvPr>
          <p:cNvPicPr>
            <a:picLocks noGrp="1" noChangeAspect="1"/>
          </p:cNvPicPr>
          <p:nvPr>
            <p:ph type="pic" sz="quarter" idx="13"/>
          </p:nvPr>
        </p:nvPicPr>
        <p:blipFill>
          <a:blip r:embed="rId3">
            <a:alphaModFix amt="45000"/>
            <a:extLst>
              <a:ext uri="{28A0092B-C50C-407E-A947-70E740481C1C}">
                <a14:useLocalDpi xmlns:a14="http://schemas.microsoft.com/office/drawing/2010/main" val="0"/>
              </a:ext>
            </a:extLst>
          </a:blip>
          <a:srcRect/>
          <a:stretch/>
        </p:blipFill>
        <p:spPr/>
      </p:pic>
      <p:sp>
        <p:nvSpPr>
          <p:cNvPr id="7" name="Title 6">
            <a:extLst>
              <a:ext uri="{FF2B5EF4-FFF2-40B4-BE49-F238E27FC236}">
                <a16:creationId xmlns:a16="http://schemas.microsoft.com/office/drawing/2014/main" id="{8A84D4AF-8D29-5A55-F3F8-1E928E3B08FF}"/>
              </a:ext>
            </a:extLst>
          </p:cNvPr>
          <p:cNvSpPr>
            <a:spLocks noGrp="1"/>
          </p:cNvSpPr>
          <p:nvPr>
            <p:ph type="ctrTitle"/>
          </p:nvPr>
        </p:nvSpPr>
        <p:spPr>
          <a:xfrm>
            <a:off x="1524000" y="410966"/>
            <a:ext cx="9144000" cy="3359650"/>
          </a:xfrm>
        </p:spPr>
        <p:txBody>
          <a:bodyPr/>
          <a:lstStyle/>
          <a:p>
            <a:r>
              <a:rPr lang="en-US" sz="4800" dirty="0"/>
              <a:t>Cummins College Of Engineering For Women Nagpur</a:t>
            </a:r>
            <a:br>
              <a:rPr lang="en-US" sz="4800" dirty="0"/>
            </a:br>
            <a:br>
              <a:rPr lang="en-US" sz="4800" dirty="0"/>
            </a:br>
            <a:r>
              <a:rPr lang="en-US" sz="3200" dirty="0"/>
              <a:t>Guided By:</a:t>
            </a:r>
            <a:br>
              <a:rPr lang="en-US" sz="3200" dirty="0"/>
            </a:br>
            <a:r>
              <a:rPr lang="en-US" sz="2800" dirty="0"/>
              <a:t>Prof.Avantika Wadaskar</a:t>
            </a:r>
          </a:p>
        </p:txBody>
      </p:sp>
      <p:sp>
        <p:nvSpPr>
          <p:cNvPr id="8" name="Subtitle 7">
            <a:extLst>
              <a:ext uri="{FF2B5EF4-FFF2-40B4-BE49-F238E27FC236}">
                <a16:creationId xmlns:a16="http://schemas.microsoft.com/office/drawing/2014/main" id="{6450744F-A4B6-FD90-F6DA-4EF9A192E377}"/>
              </a:ext>
            </a:extLst>
          </p:cNvPr>
          <p:cNvSpPr>
            <a:spLocks noGrp="1"/>
          </p:cNvSpPr>
          <p:nvPr>
            <p:ph type="subTitle" idx="1"/>
          </p:nvPr>
        </p:nvSpPr>
        <p:spPr>
          <a:xfrm>
            <a:off x="3431568" y="4181581"/>
            <a:ext cx="5568593" cy="1859623"/>
          </a:xfrm>
        </p:spPr>
        <p:txBody>
          <a:bodyPr/>
          <a:lstStyle/>
          <a:p>
            <a:r>
              <a:rPr lang="en-US" dirty="0"/>
              <a:t>Presented By</a:t>
            </a:r>
          </a:p>
          <a:p>
            <a:r>
              <a:rPr lang="en-US" dirty="0"/>
              <a:t>Amrapali Barsagade</a:t>
            </a:r>
          </a:p>
          <a:p>
            <a:r>
              <a:rPr lang="en-US" dirty="0"/>
              <a:t>Shejal Tingre</a:t>
            </a:r>
          </a:p>
          <a:p>
            <a:r>
              <a:rPr lang="en-US" dirty="0"/>
              <a:t>Sayali Dubey</a:t>
            </a:r>
          </a:p>
        </p:txBody>
      </p:sp>
    </p:spTree>
    <p:extLst>
      <p:ext uri="{BB962C8B-B14F-4D97-AF65-F5344CB8AC3E}">
        <p14:creationId xmlns:p14="http://schemas.microsoft.com/office/powerpoint/2010/main" val="2855514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1227451" y="842480"/>
            <a:ext cx="4289772" cy="3770616"/>
          </a:xfrm>
          <a:noFill/>
        </p:spPr>
        <p:txBody>
          <a:bodyPr>
            <a:noAutofit/>
          </a:bodyPr>
          <a:lstStyle/>
          <a:p>
            <a:r>
              <a:rPr lang="en-US" sz="3600" dirty="0"/>
              <a:t>Brain Tumor Detection Using Deep Learning</a:t>
            </a:r>
          </a:p>
        </p:txBody>
      </p:sp>
      <p:pic>
        <p:nvPicPr>
          <p:cNvPr id="7" name="Picture Placeholder 17">
            <a:extLst>
              <a:ext uri="{FF2B5EF4-FFF2-40B4-BE49-F238E27FC236}">
                <a16:creationId xmlns:a16="http://schemas.microsoft.com/office/drawing/2014/main" id="{58104626-8F66-9575-5E49-2907EACF11CE}"/>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xfrm>
            <a:off x="5832161" y="572956"/>
            <a:ext cx="5132388" cy="5132388"/>
          </a:xfrm>
          <a:solidFill>
            <a:schemeClr val="accent5"/>
          </a:solidFill>
        </p:spPr>
      </p:pic>
    </p:spTree>
    <p:extLst>
      <p:ext uri="{BB962C8B-B14F-4D97-AF65-F5344CB8AC3E}">
        <p14:creationId xmlns:p14="http://schemas.microsoft.com/office/powerpoint/2010/main" val="1388592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5BE93-0252-3CC3-B567-14EC47EB8C7F}"/>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1ABCA07C-1908-B1EB-82FA-EC63DAAF4CF4}"/>
              </a:ext>
            </a:extLst>
          </p:cNvPr>
          <p:cNvSpPr>
            <a:spLocks noGrp="1"/>
          </p:cNvSpPr>
          <p:nvPr>
            <p:ph sz="quarter" idx="13"/>
          </p:nvPr>
        </p:nvSpPr>
        <p:spPr>
          <a:xfrm>
            <a:off x="550863" y="2419350"/>
            <a:ext cx="11090274" cy="3272533"/>
          </a:xfrm>
        </p:spPr>
        <p:txBody>
          <a:bodyPr>
            <a:normAutofit fontScale="92500" lnSpcReduction="20000"/>
          </a:bodyPr>
          <a:lstStyle/>
          <a:p>
            <a:r>
              <a:rPr lang="en-US" dirty="0"/>
              <a:t>Introduction</a:t>
            </a:r>
          </a:p>
          <a:p>
            <a:r>
              <a:rPr lang="en-US" dirty="0"/>
              <a:t>Objective</a:t>
            </a:r>
          </a:p>
          <a:p>
            <a:r>
              <a:rPr lang="en-US" dirty="0"/>
              <a:t>Flowchart</a:t>
            </a:r>
          </a:p>
          <a:p>
            <a:r>
              <a:rPr lang="en-US" dirty="0"/>
              <a:t>Why choose Brain Tumor</a:t>
            </a:r>
          </a:p>
          <a:p>
            <a:r>
              <a:rPr lang="en-US" dirty="0"/>
              <a:t>Problem Statement</a:t>
            </a:r>
          </a:p>
          <a:p>
            <a:r>
              <a:rPr lang="en-US" dirty="0"/>
              <a:t>Problem Solution</a:t>
            </a:r>
          </a:p>
          <a:p>
            <a:r>
              <a:rPr lang="en-US" dirty="0"/>
              <a:t>Technologies Used</a:t>
            </a:r>
          </a:p>
          <a:p>
            <a:endParaRPr lang="en-US" dirty="0"/>
          </a:p>
        </p:txBody>
      </p:sp>
    </p:spTree>
    <p:extLst>
      <p:ext uri="{BB962C8B-B14F-4D97-AF65-F5344CB8AC3E}">
        <p14:creationId xmlns:p14="http://schemas.microsoft.com/office/powerpoint/2010/main" val="2665045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2343A-9CB0-F2AD-EF62-5DEE3E97F956}"/>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1C6744DD-5BC8-42C8-4313-13CE95ED575B}"/>
              </a:ext>
            </a:extLst>
          </p:cNvPr>
          <p:cNvSpPr>
            <a:spLocks noGrp="1"/>
          </p:cNvSpPr>
          <p:nvPr>
            <p:ph idx="1"/>
          </p:nvPr>
        </p:nvSpPr>
        <p:spPr/>
        <p:txBody>
          <a:bodyPr/>
          <a:lstStyle/>
          <a:p>
            <a:r>
              <a:rPr lang="en-US" dirty="0"/>
              <a:t>Brain tumors are serious and potentially life-threatening conditions that require prompt diagnosis and treatment. </a:t>
            </a:r>
          </a:p>
          <a:p>
            <a:r>
              <a:rPr lang="en-US" dirty="0"/>
              <a:t>Accurately detecting brain tumors is challenging for medical professionals, and misdiagnosis can have severe consequences.</a:t>
            </a:r>
          </a:p>
          <a:p>
            <a:r>
              <a:rPr lang="en-US" dirty="0"/>
              <a:t> Recently, deep learning has emerged as a powerful tool for medical image analysis, with brain tumor detection being an area of significant promise</a:t>
            </a:r>
          </a:p>
        </p:txBody>
      </p:sp>
    </p:spTree>
    <p:extLst>
      <p:ext uri="{BB962C8B-B14F-4D97-AF65-F5344CB8AC3E}">
        <p14:creationId xmlns:p14="http://schemas.microsoft.com/office/powerpoint/2010/main" val="652841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2343A-9CB0-F2AD-EF62-5DEE3E97F956}"/>
              </a:ext>
            </a:extLst>
          </p:cNvPr>
          <p:cNvSpPr>
            <a:spLocks noGrp="1"/>
          </p:cNvSpPr>
          <p:nvPr>
            <p:ph type="title"/>
          </p:nvPr>
        </p:nvSpPr>
        <p:spPr/>
        <p:txBody>
          <a:bodyPr/>
          <a:lstStyle/>
          <a:p>
            <a:r>
              <a:rPr lang="en-US" dirty="0"/>
              <a:t>Objective</a:t>
            </a:r>
          </a:p>
        </p:txBody>
      </p:sp>
      <p:sp>
        <p:nvSpPr>
          <p:cNvPr id="3" name="Content Placeholder 2">
            <a:extLst>
              <a:ext uri="{FF2B5EF4-FFF2-40B4-BE49-F238E27FC236}">
                <a16:creationId xmlns:a16="http://schemas.microsoft.com/office/drawing/2014/main" id="{1C6744DD-5BC8-42C8-4313-13CE95ED575B}"/>
              </a:ext>
            </a:extLst>
          </p:cNvPr>
          <p:cNvSpPr>
            <a:spLocks noGrp="1"/>
          </p:cNvSpPr>
          <p:nvPr>
            <p:ph idx="1"/>
          </p:nvPr>
        </p:nvSpPr>
        <p:spPr/>
        <p:txBody>
          <a:bodyPr/>
          <a:lstStyle/>
          <a:p>
            <a:r>
              <a:rPr lang="en-US" dirty="0"/>
              <a:t>To develop a system for detecting brain tumors using medical imaging techniques such as MRI or CT Scans by using deep learning algorithms.</a:t>
            </a:r>
          </a:p>
          <a:p>
            <a:r>
              <a:rPr lang="en-US" dirty="0"/>
              <a:t>This project aims to use deep learning algorithms, such as convolutional neural networks (CNNs), to assist in detecting and diagnosing brain tumors from medical imaging data.</a:t>
            </a:r>
          </a:p>
          <a:p>
            <a:r>
              <a:rPr lang="en-US" dirty="0"/>
              <a:t> By leveraging deep learning, the project seeks to improve the accuracy and speed of brain tumor diagnosis, ultimately leading to better patient outcomes.</a:t>
            </a:r>
          </a:p>
        </p:txBody>
      </p:sp>
    </p:spTree>
    <p:extLst>
      <p:ext uri="{BB962C8B-B14F-4D97-AF65-F5344CB8AC3E}">
        <p14:creationId xmlns:p14="http://schemas.microsoft.com/office/powerpoint/2010/main" val="3897121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8A9B3-0393-E237-BF61-41792BFBD788}"/>
              </a:ext>
            </a:extLst>
          </p:cNvPr>
          <p:cNvSpPr>
            <a:spLocks noGrp="1"/>
          </p:cNvSpPr>
          <p:nvPr>
            <p:ph type="title"/>
          </p:nvPr>
        </p:nvSpPr>
        <p:spPr/>
        <p:txBody>
          <a:bodyPr/>
          <a:lstStyle/>
          <a:p>
            <a:r>
              <a:rPr lang="en-US" dirty="0"/>
              <a:t>Flowchart</a:t>
            </a:r>
          </a:p>
        </p:txBody>
      </p:sp>
      <p:pic>
        <p:nvPicPr>
          <p:cNvPr id="5" name="Content Placeholder 4">
            <a:extLst>
              <a:ext uri="{FF2B5EF4-FFF2-40B4-BE49-F238E27FC236}">
                <a16:creationId xmlns:a16="http://schemas.microsoft.com/office/drawing/2014/main" id="{07FB9625-1360-4D84-E8EC-09449034911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98004" y="851689"/>
            <a:ext cx="8106310" cy="5805966"/>
          </a:xfrm>
        </p:spPr>
      </p:pic>
    </p:spTree>
    <p:extLst>
      <p:ext uri="{BB962C8B-B14F-4D97-AF65-F5344CB8AC3E}">
        <p14:creationId xmlns:p14="http://schemas.microsoft.com/office/powerpoint/2010/main" val="1907306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2343A-9CB0-F2AD-EF62-5DEE3E97F956}"/>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1C6744DD-5BC8-42C8-4313-13CE95ED575B}"/>
              </a:ext>
            </a:extLst>
          </p:cNvPr>
          <p:cNvSpPr>
            <a:spLocks noGrp="1"/>
          </p:cNvSpPr>
          <p:nvPr>
            <p:ph idx="1"/>
          </p:nvPr>
        </p:nvSpPr>
        <p:spPr>
          <a:xfrm>
            <a:off x="581343" y="1541125"/>
            <a:ext cx="7929940" cy="4541540"/>
          </a:xfrm>
        </p:spPr>
        <p:txBody>
          <a:bodyPr>
            <a:normAutofit/>
          </a:bodyPr>
          <a:lstStyle/>
          <a:p>
            <a:r>
              <a:rPr lang="en-US" dirty="0"/>
              <a:t>- The project aims to develop a CNN (Convolutional Neural Network) model that can accurately predict the presence of brain tumors in medical images and classify the tumors into different types.</a:t>
            </a:r>
          </a:p>
          <a:p>
            <a:r>
              <a:rPr lang="en-US" dirty="0"/>
              <a:t> The goal is to assist medical professionals in diagnosing brain tumors accurately and efficiently, potentially leading to earlier detection, improved patient outcomes, and saving lives.</a:t>
            </a:r>
          </a:p>
          <a:p>
            <a:r>
              <a:rPr lang="en-US" dirty="0"/>
              <a:t> Brain tumors are a leading cause of cancer-related deaths worldwide, and accurate diagnosis is critical for effective treatment.</a:t>
            </a:r>
          </a:p>
          <a:p>
            <a:r>
              <a:rPr lang="en-US" dirty="0"/>
              <a:t> The success of the project relies on several factors, including the quality and size of the dataset, the choice of CNN architecture and hyperparameters, and the testing and validation of the model.</a:t>
            </a:r>
          </a:p>
        </p:txBody>
      </p:sp>
    </p:spTree>
    <p:extLst>
      <p:ext uri="{BB962C8B-B14F-4D97-AF65-F5344CB8AC3E}">
        <p14:creationId xmlns:p14="http://schemas.microsoft.com/office/powerpoint/2010/main" val="3155677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2343A-9CB0-F2AD-EF62-5DEE3E97F956}"/>
              </a:ext>
            </a:extLst>
          </p:cNvPr>
          <p:cNvSpPr>
            <a:spLocks noGrp="1"/>
          </p:cNvSpPr>
          <p:nvPr>
            <p:ph type="title"/>
          </p:nvPr>
        </p:nvSpPr>
        <p:spPr/>
        <p:txBody>
          <a:bodyPr/>
          <a:lstStyle/>
          <a:p>
            <a:r>
              <a:rPr lang="en-US" dirty="0"/>
              <a:t>Problem Solutions</a:t>
            </a:r>
          </a:p>
        </p:txBody>
      </p:sp>
      <p:sp>
        <p:nvSpPr>
          <p:cNvPr id="3" name="Content Placeholder 2">
            <a:extLst>
              <a:ext uri="{FF2B5EF4-FFF2-40B4-BE49-F238E27FC236}">
                <a16:creationId xmlns:a16="http://schemas.microsoft.com/office/drawing/2014/main" id="{1C6744DD-5BC8-42C8-4313-13CE95ED575B}"/>
              </a:ext>
            </a:extLst>
          </p:cNvPr>
          <p:cNvSpPr>
            <a:spLocks noGrp="1"/>
          </p:cNvSpPr>
          <p:nvPr>
            <p:ph idx="1"/>
          </p:nvPr>
        </p:nvSpPr>
        <p:spPr>
          <a:xfrm>
            <a:off x="581343" y="1541125"/>
            <a:ext cx="7929940" cy="4541540"/>
          </a:xfrm>
        </p:spPr>
        <p:txBody>
          <a:bodyPr>
            <a:normAutofit/>
          </a:bodyPr>
          <a:lstStyle/>
          <a:p>
            <a:r>
              <a:rPr lang="en-US" dirty="0"/>
              <a:t>-Develop a convolutional neural network (CNN) model that can accurately predict the presence of brain tumors in medical images and classify the tumors into different types.-</a:t>
            </a:r>
          </a:p>
          <a:p>
            <a:r>
              <a:rPr lang="en-US" dirty="0"/>
              <a:t>Train the CNN model on a dataset of medical images of brains with and without tumors to learn to identify patterns in the images that correspond to the presence of tumors.</a:t>
            </a:r>
          </a:p>
          <a:p>
            <a:r>
              <a:rPr lang="en-US" dirty="0"/>
              <a:t> Optimize the CNN architecture and hyperparameters to improve the accuracy and efficiency of the model.</a:t>
            </a:r>
          </a:p>
          <a:p>
            <a:r>
              <a:rPr lang="en-US" dirty="0"/>
              <a:t> Test and validate the CNN model on new, unseen medical images to ensure it can accurately predict brain tumors in diverse scenarios</a:t>
            </a:r>
          </a:p>
        </p:txBody>
      </p:sp>
    </p:spTree>
    <p:extLst>
      <p:ext uri="{BB962C8B-B14F-4D97-AF65-F5344CB8AC3E}">
        <p14:creationId xmlns:p14="http://schemas.microsoft.com/office/powerpoint/2010/main" val="2382193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6CC09F-7383-3A4C-555C-35DA0BB4B76E}"/>
              </a:ext>
            </a:extLst>
          </p:cNvPr>
          <p:cNvSpPr>
            <a:spLocks noGrp="1"/>
          </p:cNvSpPr>
          <p:nvPr>
            <p:ph type="title"/>
          </p:nvPr>
        </p:nvSpPr>
        <p:spPr/>
        <p:txBody>
          <a:bodyPr/>
          <a:lstStyle/>
          <a:p>
            <a:r>
              <a:rPr lang="en-US" dirty="0"/>
              <a:t> Tools And Technologies Used</a:t>
            </a:r>
          </a:p>
        </p:txBody>
      </p:sp>
      <p:sp>
        <p:nvSpPr>
          <p:cNvPr id="6" name="Content Placeholder 5">
            <a:extLst>
              <a:ext uri="{FF2B5EF4-FFF2-40B4-BE49-F238E27FC236}">
                <a16:creationId xmlns:a16="http://schemas.microsoft.com/office/drawing/2014/main" id="{9BE7E655-DBBE-1E38-D543-EB34028F2F2B}"/>
              </a:ext>
            </a:extLst>
          </p:cNvPr>
          <p:cNvSpPr>
            <a:spLocks noGrp="1"/>
          </p:cNvSpPr>
          <p:nvPr>
            <p:ph sz="half" idx="1"/>
          </p:nvPr>
        </p:nvSpPr>
        <p:spPr/>
        <p:txBody>
          <a:bodyPr/>
          <a:lstStyle/>
          <a:p>
            <a:pPr lvl="1"/>
            <a:r>
              <a:rPr lang="en-US" sz="2800" dirty="0"/>
              <a:t>Programming Languages</a:t>
            </a:r>
          </a:p>
          <a:p>
            <a:pPr lvl="1"/>
            <a:r>
              <a:rPr lang="en-US" dirty="0"/>
              <a:t>Python is preferred due to its extensive libraries for image processing.</a:t>
            </a:r>
          </a:p>
          <a:p>
            <a:pPr lvl="1"/>
            <a:r>
              <a:rPr lang="en-US" sz="2800" dirty="0"/>
              <a:t>Libraries</a:t>
            </a:r>
          </a:p>
          <a:p>
            <a:pPr lvl="1"/>
            <a:r>
              <a:rPr lang="en-US" dirty="0"/>
              <a:t>NumPy</a:t>
            </a:r>
          </a:p>
          <a:p>
            <a:pPr lvl="1"/>
            <a:r>
              <a:rPr lang="en-US" dirty="0"/>
              <a:t>Pandas for data manipulation </a:t>
            </a:r>
          </a:p>
          <a:p>
            <a:pPr lvl="1"/>
            <a:r>
              <a:rPr lang="en-US" dirty="0"/>
              <a:t>Model development</a:t>
            </a:r>
          </a:p>
        </p:txBody>
      </p:sp>
      <p:sp>
        <p:nvSpPr>
          <p:cNvPr id="7" name="Content Placeholder 6">
            <a:extLst>
              <a:ext uri="{FF2B5EF4-FFF2-40B4-BE49-F238E27FC236}">
                <a16:creationId xmlns:a16="http://schemas.microsoft.com/office/drawing/2014/main" id="{845A03A5-6D4D-7072-B3BD-F2DA38CADEB0}"/>
              </a:ext>
            </a:extLst>
          </p:cNvPr>
          <p:cNvSpPr>
            <a:spLocks noGrp="1"/>
          </p:cNvSpPr>
          <p:nvPr>
            <p:ph sz="half" idx="13"/>
          </p:nvPr>
        </p:nvSpPr>
        <p:spPr/>
        <p:txBody>
          <a:bodyPr/>
          <a:lstStyle/>
          <a:p>
            <a:pPr lvl="1"/>
            <a:r>
              <a:rPr lang="en-US" sz="2800" dirty="0"/>
              <a:t>Platforms</a:t>
            </a:r>
          </a:p>
          <a:p>
            <a:pPr lvl="1"/>
            <a:r>
              <a:rPr lang="en-US" dirty="0"/>
              <a:t>JupYter Notebook </a:t>
            </a:r>
          </a:p>
          <a:p>
            <a:pPr lvl="1"/>
            <a:r>
              <a:rPr lang="en-US" dirty="0"/>
              <a:t>Any Deployment platform like AWS or google cloud for hosting the application</a:t>
            </a:r>
          </a:p>
        </p:txBody>
      </p:sp>
    </p:spTree>
    <p:extLst>
      <p:ext uri="{BB962C8B-B14F-4D97-AF65-F5344CB8AC3E}">
        <p14:creationId xmlns:p14="http://schemas.microsoft.com/office/powerpoint/2010/main" val="233018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noFill/>
        </p:spPr>
        <p:txBody>
          <a:bodyPr anchor="b">
            <a:normAutofit/>
          </a:bodyPr>
          <a:lstStyle/>
          <a:p>
            <a:r>
              <a:rPr lang="en-US" dirty="0"/>
              <a:t>Thank you</a:t>
            </a:r>
          </a:p>
        </p:txBody>
      </p:sp>
      <p:pic>
        <p:nvPicPr>
          <p:cNvPr id="25" name="Picture Placeholder 24" descr="A close-up of a network">
            <a:extLst>
              <a:ext uri="{FF2B5EF4-FFF2-40B4-BE49-F238E27FC236}">
                <a16:creationId xmlns:a16="http://schemas.microsoft.com/office/drawing/2014/main" id="{41A1C574-72C6-642F-E4D2-FF0C993AEF7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1" b="1"/>
          <a:stretch/>
        </p:blipFill>
        <p:spPr/>
      </p:pic>
    </p:spTree>
    <p:extLst>
      <p:ext uri="{BB962C8B-B14F-4D97-AF65-F5344CB8AC3E}">
        <p14:creationId xmlns:p14="http://schemas.microsoft.com/office/powerpoint/2010/main" val="2547630249"/>
      </p:ext>
    </p:extLst>
  </p:cSld>
  <p:clrMapOvr>
    <a:masterClrMapping/>
  </p:clrMapOvr>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797783A8-901D-4F73-81D7-AA6841BEB3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F49CD38-5B57-4682-9FCE-B9174068D0AE}">
  <ds:schemaRefs>
    <ds:schemaRef ds:uri="http://schemas.microsoft.com/sharepoint/v3/contenttype/forms"/>
  </ds:schemaRefs>
</ds:datastoreItem>
</file>

<file path=customXml/itemProps3.xml><?xml version="1.0" encoding="utf-8"?>
<ds:datastoreItem xmlns:ds="http://schemas.openxmlformats.org/officeDocument/2006/customXml" ds:itemID="{1F342EE1-43E5-4AFB-895D-B61B9656DC14}">
  <ds:schemaRefs>
    <ds:schemaRef ds:uri="http://schemas.microsoft.com/office/2006/documentManagement/types"/>
    <ds:schemaRef ds:uri="http://schemas.microsoft.com/sharepoint/v3"/>
    <ds:schemaRef ds:uri="http://purl.org/dc/dcmitype/"/>
    <ds:schemaRef ds:uri="http://purl.org/dc/elements/1.1/"/>
    <ds:schemaRef ds:uri="http://purl.org/dc/terms/"/>
    <ds:schemaRef ds:uri="http://schemas.microsoft.com/office/infopath/2007/PartnerControls"/>
    <ds:schemaRef ds:uri="http://schemas.microsoft.com/office/2006/metadata/properties"/>
    <ds:schemaRef ds:uri="http://www.w3.org/XML/1998/namespace"/>
    <ds:schemaRef ds:uri="http://schemas.openxmlformats.org/package/2006/metadata/core-properties"/>
    <ds:schemaRef ds:uri="230e9df3-be65-4c73-a93b-d1236ebd677e"/>
    <ds:schemaRef ds:uri="16c05727-aa75-4e4a-9b5f-8a80a1165891"/>
    <ds:schemaRef ds:uri="71af3243-3dd4-4a8d-8c0d-dd76da1f02a5"/>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3D float design</Template>
  <TotalTime>35</TotalTime>
  <Words>468</Words>
  <Application>Microsoft Office PowerPoint</Application>
  <PresentationFormat>Widescreen</PresentationFormat>
  <Paragraphs>52</Paragraphs>
  <Slides>10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Gill Sans MT</vt:lpstr>
      <vt:lpstr>Walbaum Display</vt:lpstr>
      <vt:lpstr>3DFloatVTI</vt:lpstr>
      <vt:lpstr>Cummins College Of Engineering For Women Nagpur  Guided By: Prof.Avantika Wadaskar</vt:lpstr>
      <vt:lpstr>Brain Tumor Detection Using Deep Learning</vt:lpstr>
      <vt:lpstr>Contents</vt:lpstr>
      <vt:lpstr>Introduction</vt:lpstr>
      <vt:lpstr>Objective</vt:lpstr>
      <vt:lpstr>Flowchart</vt:lpstr>
      <vt:lpstr>Problem Statement</vt:lpstr>
      <vt:lpstr>Problem Solutions</vt:lpstr>
      <vt:lpstr> Tools And Technologies Used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sejal tingre</dc:creator>
  <cp:lastModifiedBy>sejal tingre</cp:lastModifiedBy>
  <cp:revision>2</cp:revision>
  <dcterms:created xsi:type="dcterms:W3CDTF">2024-07-19T05:40:28Z</dcterms:created>
  <dcterms:modified xsi:type="dcterms:W3CDTF">2024-07-29T07:03:15Z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